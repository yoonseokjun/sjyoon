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9" r:id="rId1"/>
    <p:sldMasterId id="2147483820" r:id="rId2"/>
    <p:sldMasterId id="2147483865" r:id="rId3"/>
    <p:sldMasterId id="2147483868" r:id="rId4"/>
  </p:sldMasterIdLst>
  <p:notesMasterIdLst>
    <p:notesMasterId r:id="rId14"/>
  </p:notesMasterIdLst>
  <p:handoutMasterIdLst>
    <p:handoutMasterId r:id="rId15"/>
  </p:handoutMasterIdLst>
  <p:sldIdLst>
    <p:sldId id="732" r:id="rId5"/>
    <p:sldId id="733" r:id="rId6"/>
    <p:sldId id="736" r:id="rId7"/>
    <p:sldId id="737" r:id="rId8"/>
    <p:sldId id="738" r:id="rId9"/>
    <p:sldId id="739" r:id="rId10"/>
    <p:sldId id="740" r:id="rId11"/>
    <p:sldId id="741" r:id="rId12"/>
    <p:sldId id="734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3" orient="horz" pos="3158" userDrawn="1">
          <p15:clr>
            <a:srgbClr val="A4A3A4"/>
          </p15:clr>
        </p15:guide>
        <p15:guide id="5" orient="horz" pos="981" userDrawn="1">
          <p15:clr>
            <a:srgbClr val="A4A3A4"/>
          </p15:clr>
        </p15:guide>
        <p15:guide id="6" pos="2880" userDrawn="1">
          <p15:clr>
            <a:srgbClr val="A4A3A4"/>
          </p15:clr>
        </p15:guide>
        <p15:guide id="7" pos="431" userDrawn="1">
          <p15:clr>
            <a:srgbClr val="A4A3A4"/>
          </p15:clr>
        </p15:guide>
        <p15:guide id="8" pos="5329" userDrawn="1">
          <p15:clr>
            <a:srgbClr val="A4A3A4"/>
          </p15:clr>
        </p15:guide>
        <p15:guide id="9" pos="5556" userDrawn="1">
          <p15:clr>
            <a:srgbClr val="A4A3A4"/>
          </p15:clr>
        </p15:guide>
        <p15:guide id="10" pos="227" userDrawn="1">
          <p15:clr>
            <a:srgbClr val="A4A3A4"/>
          </p15:clr>
        </p15:guide>
        <p15:guide id="11" pos="1474" userDrawn="1">
          <p15:clr>
            <a:srgbClr val="A4A3A4"/>
          </p15:clr>
        </p15:guide>
        <p15:guide id="12" pos="4286" userDrawn="1">
          <p15:clr>
            <a:srgbClr val="A4A3A4"/>
          </p15:clr>
        </p15:guide>
        <p15:guide id="13" pos="3288" userDrawn="1">
          <p15:clr>
            <a:srgbClr val="A4A3A4"/>
          </p15:clr>
        </p15:guide>
        <p15:guide id="14" orient="horz" pos="3294" userDrawn="1">
          <p15:clr>
            <a:srgbClr val="A4A3A4"/>
          </p15:clr>
        </p15:guide>
        <p15:guide id="15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631"/>
    <a:srgbClr val="F37B00"/>
    <a:srgbClr val="FFD500"/>
    <a:srgbClr val="0056A8"/>
    <a:srgbClr val="ED331A"/>
    <a:srgbClr val="129240"/>
    <a:srgbClr val="2F3A46"/>
    <a:srgbClr val="2F3947"/>
    <a:srgbClr val="222A35"/>
    <a:srgbClr val="444D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6" autoAdjust="0"/>
    <p:restoredTop sz="92635" autoAdjust="0"/>
  </p:normalViewPr>
  <p:slideViewPr>
    <p:cSldViewPr>
      <p:cViewPr varScale="1">
        <p:scale>
          <a:sx n="68" d="100"/>
          <a:sy n="68" d="100"/>
        </p:scale>
        <p:origin x="1260" y="54"/>
      </p:cViewPr>
      <p:guideLst>
        <p:guide orient="horz" pos="2251"/>
        <p:guide orient="horz" pos="3158"/>
        <p:guide orient="horz" pos="981"/>
        <p:guide pos="2880"/>
        <p:guide pos="431"/>
        <p:guide pos="5329"/>
        <p:guide pos="5556"/>
        <p:guide pos="227"/>
        <p:guide pos="1474"/>
        <p:guide pos="4286"/>
        <p:guide pos="3288"/>
        <p:guide orient="horz" pos="3294"/>
        <p:guide orient="horz"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2946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3B4B9-AFB0-43EB-82AF-ED70AC262E4F}" type="datetimeFigureOut">
              <a:rPr lang="en-US" smtClean="0"/>
              <a:pPr/>
              <a:t>10/17/2017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72C8F-9949-4688-BFEB-F813D79CFC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992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1E77A-DD07-4A76-801D-B4BF4990C412}" type="datetimeFigureOut">
              <a:rPr lang="en-US" smtClean="0"/>
              <a:pPr/>
              <a:t>10/17/2017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3AB2B-189A-4C92-A457-C6A3833631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983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11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586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685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45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368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209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207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944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>
                <a:solidFill>
                  <a:prstClr val="black"/>
                </a:solidFill>
              </a:rPr>
              <a:t>© Copyright Showeet.com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907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EGO - Title Slide 1">
    <p:bg>
      <p:bgPr>
        <a:gradFill flip="none" rotWithShape="1">
          <a:gsLst>
            <a:gs pos="12000">
              <a:schemeClr val="accent3">
                <a:lumMod val="5000"/>
                <a:lumOff val="9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Rectangle 1264"/>
          <p:cNvSpPr/>
          <p:nvPr userDrawn="1"/>
        </p:nvSpPr>
        <p:spPr>
          <a:xfrm>
            <a:off x="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6" name="Oval 1265"/>
          <p:cNvSpPr/>
          <p:nvPr userDrawn="1"/>
        </p:nvSpPr>
        <p:spPr>
          <a:xfrm>
            <a:off x="6837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7" name="Moon 1266"/>
          <p:cNvSpPr/>
          <p:nvPr userDrawn="1"/>
        </p:nvSpPr>
        <p:spPr>
          <a:xfrm>
            <a:off x="6837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8" name="Rectangle 1267"/>
          <p:cNvSpPr/>
          <p:nvPr userDrawn="1"/>
        </p:nvSpPr>
        <p:spPr>
          <a:xfrm>
            <a:off x="380904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9" name="Oval 1268"/>
          <p:cNvSpPr/>
          <p:nvPr userDrawn="1"/>
        </p:nvSpPr>
        <p:spPr>
          <a:xfrm>
            <a:off x="44928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0" name="Moon 1269"/>
          <p:cNvSpPr/>
          <p:nvPr userDrawn="1"/>
        </p:nvSpPr>
        <p:spPr>
          <a:xfrm>
            <a:off x="44928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0" name="Rectangle 1339"/>
          <p:cNvSpPr/>
          <p:nvPr userDrawn="1"/>
        </p:nvSpPr>
        <p:spPr>
          <a:xfrm>
            <a:off x="76180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1" name="Oval 1340"/>
          <p:cNvSpPr/>
          <p:nvPr userDrawn="1"/>
        </p:nvSpPr>
        <p:spPr>
          <a:xfrm>
            <a:off x="83018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2" name="Moon 1341"/>
          <p:cNvSpPr/>
          <p:nvPr userDrawn="1"/>
        </p:nvSpPr>
        <p:spPr>
          <a:xfrm>
            <a:off x="83018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3" name="Rectangle 1342"/>
          <p:cNvSpPr/>
          <p:nvPr userDrawn="1"/>
        </p:nvSpPr>
        <p:spPr>
          <a:xfrm>
            <a:off x="114271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4" name="Oval 1343"/>
          <p:cNvSpPr/>
          <p:nvPr userDrawn="1"/>
        </p:nvSpPr>
        <p:spPr>
          <a:xfrm>
            <a:off x="121108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5" name="Moon 1344"/>
          <p:cNvSpPr/>
          <p:nvPr userDrawn="1"/>
        </p:nvSpPr>
        <p:spPr>
          <a:xfrm>
            <a:off x="121108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5" name="Rectangle 1504"/>
          <p:cNvSpPr/>
          <p:nvPr userDrawn="1"/>
        </p:nvSpPr>
        <p:spPr>
          <a:xfrm>
            <a:off x="1523614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6" name="Oval 1505"/>
          <p:cNvSpPr/>
          <p:nvPr userDrawn="1"/>
        </p:nvSpPr>
        <p:spPr>
          <a:xfrm>
            <a:off x="159199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7" name="Moon 1506"/>
          <p:cNvSpPr/>
          <p:nvPr userDrawn="1"/>
        </p:nvSpPr>
        <p:spPr>
          <a:xfrm>
            <a:off x="159199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8" name="Rectangle 1507"/>
          <p:cNvSpPr/>
          <p:nvPr userDrawn="1"/>
        </p:nvSpPr>
        <p:spPr>
          <a:xfrm>
            <a:off x="1904518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9" name="Oval 1508"/>
          <p:cNvSpPr/>
          <p:nvPr userDrawn="1"/>
        </p:nvSpPr>
        <p:spPr>
          <a:xfrm>
            <a:off x="197289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0" name="Moon 1509"/>
          <p:cNvSpPr/>
          <p:nvPr userDrawn="1"/>
        </p:nvSpPr>
        <p:spPr>
          <a:xfrm>
            <a:off x="197289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1" name="Rectangle 1510"/>
          <p:cNvSpPr/>
          <p:nvPr userDrawn="1"/>
        </p:nvSpPr>
        <p:spPr>
          <a:xfrm>
            <a:off x="228542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2" name="Oval 1511"/>
          <p:cNvSpPr/>
          <p:nvPr userDrawn="1"/>
        </p:nvSpPr>
        <p:spPr>
          <a:xfrm>
            <a:off x="235379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3" name="Moon 1512"/>
          <p:cNvSpPr/>
          <p:nvPr userDrawn="1"/>
        </p:nvSpPr>
        <p:spPr>
          <a:xfrm>
            <a:off x="235379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4" name="Rectangle 1513"/>
          <p:cNvSpPr/>
          <p:nvPr userDrawn="1"/>
        </p:nvSpPr>
        <p:spPr>
          <a:xfrm>
            <a:off x="2666325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5" name="Oval 1514"/>
          <p:cNvSpPr/>
          <p:nvPr userDrawn="1"/>
        </p:nvSpPr>
        <p:spPr>
          <a:xfrm>
            <a:off x="273470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6" name="Moon 1515"/>
          <p:cNvSpPr/>
          <p:nvPr userDrawn="1"/>
        </p:nvSpPr>
        <p:spPr>
          <a:xfrm>
            <a:off x="273470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7" name="Rectangle 1516"/>
          <p:cNvSpPr/>
          <p:nvPr userDrawn="1"/>
        </p:nvSpPr>
        <p:spPr>
          <a:xfrm>
            <a:off x="3047228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18" name="Oval 1517"/>
          <p:cNvSpPr/>
          <p:nvPr userDrawn="1"/>
        </p:nvSpPr>
        <p:spPr>
          <a:xfrm>
            <a:off x="311560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9" name="Moon 1518"/>
          <p:cNvSpPr/>
          <p:nvPr userDrawn="1"/>
        </p:nvSpPr>
        <p:spPr>
          <a:xfrm>
            <a:off x="311560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0" name="Rectangle 1519"/>
          <p:cNvSpPr/>
          <p:nvPr userDrawn="1"/>
        </p:nvSpPr>
        <p:spPr>
          <a:xfrm>
            <a:off x="3428132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1" name="Oval 1520"/>
          <p:cNvSpPr/>
          <p:nvPr userDrawn="1"/>
        </p:nvSpPr>
        <p:spPr>
          <a:xfrm>
            <a:off x="349650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2" name="Moon 1521"/>
          <p:cNvSpPr/>
          <p:nvPr userDrawn="1"/>
        </p:nvSpPr>
        <p:spPr>
          <a:xfrm>
            <a:off x="349650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3" name="Rectangle 1522"/>
          <p:cNvSpPr/>
          <p:nvPr userDrawn="1"/>
        </p:nvSpPr>
        <p:spPr>
          <a:xfrm>
            <a:off x="3809035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4" name="Oval 1523"/>
          <p:cNvSpPr/>
          <p:nvPr userDrawn="1"/>
        </p:nvSpPr>
        <p:spPr>
          <a:xfrm>
            <a:off x="387741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5" name="Moon 1524"/>
          <p:cNvSpPr/>
          <p:nvPr userDrawn="1"/>
        </p:nvSpPr>
        <p:spPr>
          <a:xfrm>
            <a:off x="387741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6" name="Rectangle 1525"/>
          <p:cNvSpPr/>
          <p:nvPr userDrawn="1"/>
        </p:nvSpPr>
        <p:spPr>
          <a:xfrm>
            <a:off x="4189939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7" name="Oval 1526"/>
          <p:cNvSpPr/>
          <p:nvPr userDrawn="1"/>
        </p:nvSpPr>
        <p:spPr>
          <a:xfrm>
            <a:off x="425831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8" name="Moon 1527"/>
          <p:cNvSpPr/>
          <p:nvPr userDrawn="1"/>
        </p:nvSpPr>
        <p:spPr>
          <a:xfrm>
            <a:off x="425831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9" name="Rectangle 1528"/>
          <p:cNvSpPr/>
          <p:nvPr userDrawn="1"/>
        </p:nvSpPr>
        <p:spPr>
          <a:xfrm>
            <a:off x="4570842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0" name="Oval 1529"/>
          <p:cNvSpPr/>
          <p:nvPr userDrawn="1"/>
        </p:nvSpPr>
        <p:spPr>
          <a:xfrm>
            <a:off x="463921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1" name="Moon 1530"/>
          <p:cNvSpPr/>
          <p:nvPr userDrawn="1"/>
        </p:nvSpPr>
        <p:spPr>
          <a:xfrm>
            <a:off x="463921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2" name="Rectangle 1531"/>
          <p:cNvSpPr/>
          <p:nvPr userDrawn="1"/>
        </p:nvSpPr>
        <p:spPr>
          <a:xfrm>
            <a:off x="4951746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3" name="Oval 1532"/>
          <p:cNvSpPr/>
          <p:nvPr userDrawn="1"/>
        </p:nvSpPr>
        <p:spPr>
          <a:xfrm>
            <a:off x="502012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4" name="Moon 1533"/>
          <p:cNvSpPr/>
          <p:nvPr userDrawn="1"/>
        </p:nvSpPr>
        <p:spPr>
          <a:xfrm>
            <a:off x="502012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5" name="Rectangle 1534"/>
          <p:cNvSpPr/>
          <p:nvPr userDrawn="1"/>
        </p:nvSpPr>
        <p:spPr>
          <a:xfrm>
            <a:off x="5332649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36" name="Oval 1535"/>
          <p:cNvSpPr/>
          <p:nvPr userDrawn="1"/>
        </p:nvSpPr>
        <p:spPr>
          <a:xfrm>
            <a:off x="540102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7" name="Moon 1536"/>
          <p:cNvSpPr/>
          <p:nvPr userDrawn="1"/>
        </p:nvSpPr>
        <p:spPr>
          <a:xfrm>
            <a:off x="540102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8" name="Rectangle 1537"/>
          <p:cNvSpPr/>
          <p:nvPr userDrawn="1"/>
        </p:nvSpPr>
        <p:spPr>
          <a:xfrm>
            <a:off x="571355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9" name="Oval 1538"/>
          <p:cNvSpPr/>
          <p:nvPr userDrawn="1"/>
        </p:nvSpPr>
        <p:spPr>
          <a:xfrm>
            <a:off x="578192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0" name="Moon 1539"/>
          <p:cNvSpPr/>
          <p:nvPr userDrawn="1"/>
        </p:nvSpPr>
        <p:spPr>
          <a:xfrm>
            <a:off x="578192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1" name="Rectangle 1540"/>
          <p:cNvSpPr/>
          <p:nvPr userDrawn="1"/>
        </p:nvSpPr>
        <p:spPr>
          <a:xfrm>
            <a:off x="6094456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2" name="Oval 1541"/>
          <p:cNvSpPr/>
          <p:nvPr userDrawn="1"/>
        </p:nvSpPr>
        <p:spPr>
          <a:xfrm>
            <a:off x="616283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3" name="Moon 1542"/>
          <p:cNvSpPr/>
          <p:nvPr userDrawn="1"/>
        </p:nvSpPr>
        <p:spPr>
          <a:xfrm>
            <a:off x="616283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4" name="Rectangle 1543"/>
          <p:cNvSpPr/>
          <p:nvPr userDrawn="1"/>
        </p:nvSpPr>
        <p:spPr>
          <a:xfrm>
            <a:off x="647536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5" name="Oval 1544"/>
          <p:cNvSpPr/>
          <p:nvPr userDrawn="1"/>
        </p:nvSpPr>
        <p:spPr>
          <a:xfrm>
            <a:off x="654373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6" name="Moon 1545"/>
          <p:cNvSpPr/>
          <p:nvPr userDrawn="1"/>
        </p:nvSpPr>
        <p:spPr>
          <a:xfrm>
            <a:off x="654373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6" name="Rectangle 1735"/>
          <p:cNvSpPr/>
          <p:nvPr userDrawn="1"/>
        </p:nvSpPr>
        <p:spPr>
          <a:xfrm>
            <a:off x="685626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7" name="Oval 1736"/>
          <p:cNvSpPr/>
          <p:nvPr userDrawn="1"/>
        </p:nvSpPr>
        <p:spPr>
          <a:xfrm>
            <a:off x="692463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8" name="Moon 1737"/>
          <p:cNvSpPr/>
          <p:nvPr userDrawn="1"/>
        </p:nvSpPr>
        <p:spPr>
          <a:xfrm>
            <a:off x="692463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5" name="Rectangle 1894"/>
          <p:cNvSpPr/>
          <p:nvPr userDrawn="1"/>
        </p:nvSpPr>
        <p:spPr>
          <a:xfrm>
            <a:off x="723716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6" name="Oval 1895"/>
          <p:cNvSpPr/>
          <p:nvPr userDrawn="1"/>
        </p:nvSpPr>
        <p:spPr>
          <a:xfrm>
            <a:off x="730554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7" name="Moon 1896"/>
          <p:cNvSpPr/>
          <p:nvPr userDrawn="1"/>
        </p:nvSpPr>
        <p:spPr>
          <a:xfrm>
            <a:off x="730554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8" name="Rectangle 1897"/>
          <p:cNvSpPr/>
          <p:nvPr userDrawn="1"/>
        </p:nvSpPr>
        <p:spPr>
          <a:xfrm>
            <a:off x="7618070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99" name="Oval 1898"/>
          <p:cNvSpPr/>
          <p:nvPr userDrawn="1"/>
        </p:nvSpPr>
        <p:spPr>
          <a:xfrm>
            <a:off x="768644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0" name="Moon 1899"/>
          <p:cNvSpPr/>
          <p:nvPr userDrawn="1"/>
        </p:nvSpPr>
        <p:spPr>
          <a:xfrm>
            <a:off x="768644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1" name="Rectangle 1900"/>
          <p:cNvSpPr/>
          <p:nvPr userDrawn="1"/>
        </p:nvSpPr>
        <p:spPr>
          <a:xfrm>
            <a:off x="7998974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02" name="Oval 1901"/>
          <p:cNvSpPr/>
          <p:nvPr userDrawn="1"/>
        </p:nvSpPr>
        <p:spPr>
          <a:xfrm>
            <a:off x="806735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3" name="Moon 1902"/>
          <p:cNvSpPr/>
          <p:nvPr userDrawn="1"/>
        </p:nvSpPr>
        <p:spPr>
          <a:xfrm>
            <a:off x="806735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4" name="Rectangle 1903"/>
          <p:cNvSpPr/>
          <p:nvPr userDrawn="1"/>
        </p:nvSpPr>
        <p:spPr>
          <a:xfrm>
            <a:off x="8379877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5" name="Oval 1904"/>
          <p:cNvSpPr/>
          <p:nvPr userDrawn="1"/>
        </p:nvSpPr>
        <p:spPr>
          <a:xfrm>
            <a:off x="844825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6" name="Moon 1905"/>
          <p:cNvSpPr/>
          <p:nvPr userDrawn="1"/>
        </p:nvSpPr>
        <p:spPr>
          <a:xfrm>
            <a:off x="844825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7" name="Rectangle 1906"/>
          <p:cNvSpPr/>
          <p:nvPr userDrawn="1"/>
        </p:nvSpPr>
        <p:spPr>
          <a:xfrm>
            <a:off x="8760781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8" name="Oval 1907"/>
          <p:cNvSpPr/>
          <p:nvPr userDrawn="1"/>
        </p:nvSpPr>
        <p:spPr>
          <a:xfrm>
            <a:off x="882915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9" name="Moon 1908"/>
          <p:cNvSpPr/>
          <p:nvPr userDrawn="1"/>
        </p:nvSpPr>
        <p:spPr>
          <a:xfrm>
            <a:off x="882915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0" name="Rectangle 1909"/>
          <p:cNvSpPr/>
          <p:nvPr userDrawn="1"/>
        </p:nvSpPr>
        <p:spPr>
          <a:xfrm>
            <a:off x="0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1" name="Oval 1910"/>
          <p:cNvSpPr/>
          <p:nvPr userDrawn="1"/>
        </p:nvSpPr>
        <p:spPr>
          <a:xfrm>
            <a:off x="6837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2" name="Moon 1911"/>
          <p:cNvSpPr/>
          <p:nvPr userDrawn="1"/>
        </p:nvSpPr>
        <p:spPr>
          <a:xfrm>
            <a:off x="6837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3" name="Rectangle 1912"/>
          <p:cNvSpPr/>
          <p:nvPr userDrawn="1"/>
        </p:nvSpPr>
        <p:spPr>
          <a:xfrm>
            <a:off x="380904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4" name="Oval 1913"/>
          <p:cNvSpPr/>
          <p:nvPr userDrawn="1"/>
        </p:nvSpPr>
        <p:spPr>
          <a:xfrm>
            <a:off x="44928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5" name="Moon 1914"/>
          <p:cNvSpPr/>
          <p:nvPr userDrawn="1"/>
        </p:nvSpPr>
        <p:spPr>
          <a:xfrm>
            <a:off x="44928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6" name="Rectangle 1915"/>
          <p:cNvSpPr/>
          <p:nvPr userDrawn="1"/>
        </p:nvSpPr>
        <p:spPr>
          <a:xfrm>
            <a:off x="761807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7" name="Oval 1916"/>
          <p:cNvSpPr/>
          <p:nvPr userDrawn="1"/>
        </p:nvSpPr>
        <p:spPr>
          <a:xfrm>
            <a:off x="83018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8" name="Moon 1917"/>
          <p:cNvSpPr/>
          <p:nvPr userDrawn="1"/>
        </p:nvSpPr>
        <p:spPr>
          <a:xfrm>
            <a:off x="83018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9" name="Rectangle 1918"/>
          <p:cNvSpPr/>
          <p:nvPr userDrawn="1"/>
        </p:nvSpPr>
        <p:spPr>
          <a:xfrm>
            <a:off x="1142711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0" name="Oval 1919"/>
          <p:cNvSpPr/>
          <p:nvPr userDrawn="1"/>
        </p:nvSpPr>
        <p:spPr>
          <a:xfrm>
            <a:off x="121108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1" name="Moon 1920"/>
          <p:cNvSpPr/>
          <p:nvPr userDrawn="1"/>
        </p:nvSpPr>
        <p:spPr>
          <a:xfrm>
            <a:off x="121108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2" name="Rectangle 1921"/>
          <p:cNvSpPr/>
          <p:nvPr userDrawn="1"/>
        </p:nvSpPr>
        <p:spPr>
          <a:xfrm>
            <a:off x="1523614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3" name="Oval 1922"/>
          <p:cNvSpPr/>
          <p:nvPr userDrawn="1"/>
        </p:nvSpPr>
        <p:spPr>
          <a:xfrm>
            <a:off x="159199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4" name="Moon 1923"/>
          <p:cNvSpPr/>
          <p:nvPr userDrawn="1"/>
        </p:nvSpPr>
        <p:spPr>
          <a:xfrm>
            <a:off x="159199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5" name="Rectangle 1924"/>
          <p:cNvSpPr/>
          <p:nvPr userDrawn="1"/>
        </p:nvSpPr>
        <p:spPr>
          <a:xfrm>
            <a:off x="1904518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6" name="Oval 1925"/>
          <p:cNvSpPr/>
          <p:nvPr userDrawn="1"/>
        </p:nvSpPr>
        <p:spPr>
          <a:xfrm>
            <a:off x="1972894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7" name="Moon 1926"/>
          <p:cNvSpPr/>
          <p:nvPr userDrawn="1"/>
        </p:nvSpPr>
        <p:spPr>
          <a:xfrm>
            <a:off x="1972894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8" name="Rectangle 1927"/>
          <p:cNvSpPr/>
          <p:nvPr userDrawn="1"/>
        </p:nvSpPr>
        <p:spPr>
          <a:xfrm>
            <a:off x="2285421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29" name="Oval 1928"/>
          <p:cNvSpPr/>
          <p:nvPr userDrawn="1"/>
        </p:nvSpPr>
        <p:spPr>
          <a:xfrm>
            <a:off x="235379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0" name="Moon 1929"/>
          <p:cNvSpPr/>
          <p:nvPr userDrawn="1"/>
        </p:nvSpPr>
        <p:spPr>
          <a:xfrm>
            <a:off x="235379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1" name="Rectangle 1930"/>
          <p:cNvSpPr/>
          <p:nvPr userDrawn="1"/>
        </p:nvSpPr>
        <p:spPr>
          <a:xfrm>
            <a:off x="2666325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32" name="Oval 1931"/>
          <p:cNvSpPr/>
          <p:nvPr userDrawn="1"/>
        </p:nvSpPr>
        <p:spPr>
          <a:xfrm>
            <a:off x="2734701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3" name="Moon 1932"/>
          <p:cNvSpPr/>
          <p:nvPr userDrawn="1"/>
        </p:nvSpPr>
        <p:spPr>
          <a:xfrm>
            <a:off x="2734701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4" name="Rectangle 1933"/>
          <p:cNvSpPr/>
          <p:nvPr userDrawn="1"/>
        </p:nvSpPr>
        <p:spPr>
          <a:xfrm>
            <a:off x="3047228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5" name="Oval 1934"/>
          <p:cNvSpPr/>
          <p:nvPr userDrawn="1"/>
        </p:nvSpPr>
        <p:spPr>
          <a:xfrm>
            <a:off x="3115604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6" name="Moon 1935"/>
          <p:cNvSpPr/>
          <p:nvPr userDrawn="1"/>
        </p:nvSpPr>
        <p:spPr>
          <a:xfrm>
            <a:off x="3115604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7" name="Rectangle 1936"/>
          <p:cNvSpPr/>
          <p:nvPr userDrawn="1"/>
        </p:nvSpPr>
        <p:spPr>
          <a:xfrm>
            <a:off x="3428132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8" name="Oval 1937"/>
          <p:cNvSpPr/>
          <p:nvPr userDrawn="1"/>
        </p:nvSpPr>
        <p:spPr>
          <a:xfrm>
            <a:off x="3496508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9" name="Moon 1938"/>
          <p:cNvSpPr/>
          <p:nvPr userDrawn="1"/>
        </p:nvSpPr>
        <p:spPr>
          <a:xfrm>
            <a:off x="3496508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0" name="Rectangle 1939"/>
          <p:cNvSpPr/>
          <p:nvPr userDrawn="1"/>
        </p:nvSpPr>
        <p:spPr>
          <a:xfrm>
            <a:off x="3809035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1" name="Oval 1940"/>
          <p:cNvSpPr/>
          <p:nvPr userDrawn="1"/>
        </p:nvSpPr>
        <p:spPr>
          <a:xfrm>
            <a:off x="3877411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2" name="Moon 1941"/>
          <p:cNvSpPr/>
          <p:nvPr userDrawn="1"/>
        </p:nvSpPr>
        <p:spPr>
          <a:xfrm>
            <a:off x="3877411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3" name="Rectangle 1942"/>
          <p:cNvSpPr/>
          <p:nvPr userDrawn="1"/>
        </p:nvSpPr>
        <p:spPr>
          <a:xfrm>
            <a:off x="4189939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4" name="Oval 1943"/>
          <p:cNvSpPr/>
          <p:nvPr userDrawn="1"/>
        </p:nvSpPr>
        <p:spPr>
          <a:xfrm>
            <a:off x="4258315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" name="Moon 1944"/>
          <p:cNvSpPr/>
          <p:nvPr userDrawn="1"/>
        </p:nvSpPr>
        <p:spPr>
          <a:xfrm>
            <a:off x="4258315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6" name="Rectangle 1945"/>
          <p:cNvSpPr/>
          <p:nvPr userDrawn="1"/>
        </p:nvSpPr>
        <p:spPr>
          <a:xfrm>
            <a:off x="4570842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7" name="Oval 1946"/>
          <p:cNvSpPr/>
          <p:nvPr userDrawn="1"/>
        </p:nvSpPr>
        <p:spPr>
          <a:xfrm>
            <a:off x="4639218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8" name="Moon 1947"/>
          <p:cNvSpPr/>
          <p:nvPr userDrawn="1"/>
        </p:nvSpPr>
        <p:spPr>
          <a:xfrm>
            <a:off x="4639218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9" name="Rectangle 1948"/>
          <p:cNvSpPr/>
          <p:nvPr userDrawn="1"/>
        </p:nvSpPr>
        <p:spPr>
          <a:xfrm>
            <a:off x="4951746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0" name="Oval 1949"/>
          <p:cNvSpPr/>
          <p:nvPr userDrawn="1"/>
        </p:nvSpPr>
        <p:spPr>
          <a:xfrm>
            <a:off x="5020122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1" name="Moon 1950"/>
          <p:cNvSpPr/>
          <p:nvPr userDrawn="1"/>
        </p:nvSpPr>
        <p:spPr>
          <a:xfrm>
            <a:off x="5020122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2" name="Rectangle 1951"/>
          <p:cNvSpPr/>
          <p:nvPr userDrawn="1"/>
        </p:nvSpPr>
        <p:spPr>
          <a:xfrm>
            <a:off x="5332649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3" name="Oval 1952"/>
          <p:cNvSpPr/>
          <p:nvPr userDrawn="1"/>
        </p:nvSpPr>
        <p:spPr>
          <a:xfrm>
            <a:off x="5401025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4" name="Moon 1953"/>
          <p:cNvSpPr/>
          <p:nvPr userDrawn="1"/>
        </p:nvSpPr>
        <p:spPr>
          <a:xfrm>
            <a:off x="5401025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5" name="Rectangle 1954"/>
          <p:cNvSpPr/>
          <p:nvPr userDrawn="1"/>
        </p:nvSpPr>
        <p:spPr>
          <a:xfrm>
            <a:off x="5713553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6" name="Oval 1955"/>
          <p:cNvSpPr/>
          <p:nvPr userDrawn="1"/>
        </p:nvSpPr>
        <p:spPr>
          <a:xfrm>
            <a:off x="5781929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7" name="Moon 1956"/>
          <p:cNvSpPr/>
          <p:nvPr userDrawn="1"/>
        </p:nvSpPr>
        <p:spPr>
          <a:xfrm>
            <a:off x="5781929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8" name="Rectangle 1957"/>
          <p:cNvSpPr/>
          <p:nvPr userDrawn="1"/>
        </p:nvSpPr>
        <p:spPr>
          <a:xfrm>
            <a:off x="6094456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9" name="Oval 1958"/>
          <p:cNvSpPr/>
          <p:nvPr userDrawn="1"/>
        </p:nvSpPr>
        <p:spPr>
          <a:xfrm>
            <a:off x="6162832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0" name="Moon 1959"/>
          <p:cNvSpPr/>
          <p:nvPr userDrawn="1"/>
        </p:nvSpPr>
        <p:spPr>
          <a:xfrm>
            <a:off x="6162832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1" name="Rectangle 1960"/>
          <p:cNvSpPr/>
          <p:nvPr userDrawn="1"/>
        </p:nvSpPr>
        <p:spPr>
          <a:xfrm>
            <a:off x="6475360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2" name="Oval 1961"/>
          <p:cNvSpPr/>
          <p:nvPr userDrawn="1"/>
        </p:nvSpPr>
        <p:spPr>
          <a:xfrm>
            <a:off x="654373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3" name="Moon 1962"/>
          <p:cNvSpPr/>
          <p:nvPr userDrawn="1"/>
        </p:nvSpPr>
        <p:spPr>
          <a:xfrm>
            <a:off x="654373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4" name="Rectangle 1963"/>
          <p:cNvSpPr/>
          <p:nvPr userDrawn="1"/>
        </p:nvSpPr>
        <p:spPr>
          <a:xfrm>
            <a:off x="6856263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5" name="Oval 1964"/>
          <p:cNvSpPr/>
          <p:nvPr userDrawn="1"/>
        </p:nvSpPr>
        <p:spPr>
          <a:xfrm>
            <a:off x="6924639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6" name="Moon 1965"/>
          <p:cNvSpPr/>
          <p:nvPr userDrawn="1"/>
        </p:nvSpPr>
        <p:spPr>
          <a:xfrm>
            <a:off x="6924639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7" name="Rectangle 1966"/>
          <p:cNvSpPr/>
          <p:nvPr userDrawn="1"/>
        </p:nvSpPr>
        <p:spPr>
          <a:xfrm>
            <a:off x="7237167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8" name="Oval 1967"/>
          <p:cNvSpPr/>
          <p:nvPr userDrawn="1"/>
        </p:nvSpPr>
        <p:spPr>
          <a:xfrm>
            <a:off x="730554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9" name="Moon 1968"/>
          <p:cNvSpPr/>
          <p:nvPr userDrawn="1"/>
        </p:nvSpPr>
        <p:spPr>
          <a:xfrm>
            <a:off x="730554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0" name="Rectangle 1969"/>
          <p:cNvSpPr/>
          <p:nvPr userDrawn="1"/>
        </p:nvSpPr>
        <p:spPr>
          <a:xfrm>
            <a:off x="7618070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1" name="Oval 1970"/>
          <p:cNvSpPr/>
          <p:nvPr userDrawn="1"/>
        </p:nvSpPr>
        <p:spPr>
          <a:xfrm>
            <a:off x="768644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2" name="Moon 1971"/>
          <p:cNvSpPr/>
          <p:nvPr userDrawn="1"/>
        </p:nvSpPr>
        <p:spPr>
          <a:xfrm>
            <a:off x="768644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3" name="Rectangle 1972"/>
          <p:cNvSpPr/>
          <p:nvPr userDrawn="1"/>
        </p:nvSpPr>
        <p:spPr>
          <a:xfrm>
            <a:off x="7998974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4" name="Oval 1973"/>
          <p:cNvSpPr/>
          <p:nvPr userDrawn="1"/>
        </p:nvSpPr>
        <p:spPr>
          <a:xfrm>
            <a:off x="806735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5" name="Moon 1974"/>
          <p:cNvSpPr/>
          <p:nvPr userDrawn="1"/>
        </p:nvSpPr>
        <p:spPr>
          <a:xfrm>
            <a:off x="806735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6" name="Rectangle 1975"/>
          <p:cNvSpPr/>
          <p:nvPr userDrawn="1"/>
        </p:nvSpPr>
        <p:spPr>
          <a:xfrm>
            <a:off x="8379877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77" name="Oval 1976"/>
          <p:cNvSpPr/>
          <p:nvPr userDrawn="1"/>
        </p:nvSpPr>
        <p:spPr>
          <a:xfrm>
            <a:off x="844825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8" name="Moon 1977"/>
          <p:cNvSpPr/>
          <p:nvPr userDrawn="1"/>
        </p:nvSpPr>
        <p:spPr>
          <a:xfrm>
            <a:off x="844825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9" name="Rectangle 1978"/>
          <p:cNvSpPr/>
          <p:nvPr userDrawn="1"/>
        </p:nvSpPr>
        <p:spPr>
          <a:xfrm>
            <a:off x="8760781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80" name="Oval 1979"/>
          <p:cNvSpPr/>
          <p:nvPr userDrawn="1"/>
        </p:nvSpPr>
        <p:spPr>
          <a:xfrm>
            <a:off x="882915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1" name="Moon 1980"/>
          <p:cNvSpPr/>
          <p:nvPr userDrawn="1"/>
        </p:nvSpPr>
        <p:spPr>
          <a:xfrm>
            <a:off x="882915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2" name="Rectangle 1981"/>
          <p:cNvSpPr/>
          <p:nvPr userDrawn="1"/>
        </p:nvSpPr>
        <p:spPr>
          <a:xfrm>
            <a:off x="0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83" name="Oval 1982"/>
          <p:cNvSpPr/>
          <p:nvPr userDrawn="1"/>
        </p:nvSpPr>
        <p:spPr>
          <a:xfrm>
            <a:off x="6837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4" name="Moon 1983"/>
          <p:cNvSpPr/>
          <p:nvPr userDrawn="1"/>
        </p:nvSpPr>
        <p:spPr>
          <a:xfrm>
            <a:off x="6837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5" name="Rectangle 1984"/>
          <p:cNvSpPr/>
          <p:nvPr userDrawn="1"/>
        </p:nvSpPr>
        <p:spPr>
          <a:xfrm>
            <a:off x="380904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6" name="Oval 1985"/>
          <p:cNvSpPr/>
          <p:nvPr userDrawn="1"/>
        </p:nvSpPr>
        <p:spPr>
          <a:xfrm>
            <a:off x="44928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7" name="Moon 1986"/>
          <p:cNvSpPr/>
          <p:nvPr userDrawn="1"/>
        </p:nvSpPr>
        <p:spPr>
          <a:xfrm>
            <a:off x="44928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8" name="Rectangle 1987"/>
          <p:cNvSpPr/>
          <p:nvPr userDrawn="1"/>
        </p:nvSpPr>
        <p:spPr>
          <a:xfrm>
            <a:off x="761807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9" name="Oval 1988"/>
          <p:cNvSpPr/>
          <p:nvPr userDrawn="1"/>
        </p:nvSpPr>
        <p:spPr>
          <a:xfrm>
            <a:off x="83018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0" name="Moon 1989"/>
          <p:cNvSpPr/>
          <p:nvPr userDrawn="1"/>
        </p:nvSpPr>
        <p:spPr>
          <a:xfrm>
            <a:off x="83018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1" name="Rectangle 1990"/>
          <p:cNvSpPr/>
          <p:nvPr userDrawn="1"/>
        </p:nvSpPr>
        <p:spPr>
          <a:xfrm>
            <a:off x="1142711" y="571297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2" name="Oval 1991"/>
          <p:cNvSpPr/>
          <p:nvPr userDrawn="1"/>
        </p:nvSpPr>
        <p:spPr>
          <a:xfrm>
            <a:off x="121108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3" name="Moon 1992"/>
          <p:cNvSpPr/>
          <p:nvPr userDrawn="1"/>
        </p:nvSpPr>
        <p:spPr>
          <a:xfrm>
            <a:off x="121108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4" name="Rectangle 1993"/>
          <p:cNvSpPr/>
          <p:nvPr userDrawn="1"/>
        </p:nvSpPr>
        <p:spPr>
          <a:xfrm>
            <a:off x="1523614" y="571297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5" name="Oval 1994"/>
          <p:cNvSpPr/>
          <p:nvPr userDrawn="1"/>
        </p:nvSpPr>
        <p:spPr>
          <a:xfrm>
            <a:off x="159199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6" name="Moon 1995"/>
          <p:cNvSpPr/>
          <p:nvPr userDrawn="1"/>
        </p:nvSpPr>
        <p:spPr>
          <a:xfrm>
            <a:off x="159199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7" name="Rectangle 1996"/>
          <p:cNvSpPr/>
          <p:nvPr userDrawn="1"/>
        </p:nvSpPr>
        <p:spPr>
          <a:xfrm>
            <a:off x="1904518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8" name="Oval 1997"/>
          <p:cNvSpPr/>
          <p:nvPr userDrawn="1"/>
        </p:nvSpPr>
        <p:spPr>
          <a:xfrm>
            <a:off x="1972894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9" name="Moon 1998"/>
          <p:cNvSpPr/>
          <p:nvPr userDrawn="1"/>
        </p:nvSpPr>
        <p:spPr>
          <a:xfrm>
            <a:off x="1972894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0" name="Rectangle 1999"/>
          <p:cNvSpPr/>
          <p:nvPr userDrawn="1"/>
        </p:nvSpPr>
        <p:spPr>
          <a:xfrm>
            <a:off x="2285421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1" name="Oval 2000"/>
          <p:cNvSpPr/>
          <p:nvPr userDrawn="1"/>
        </p:nvSpPr>
        <p:spPr>
          <a:xfrm>
            <a:off x="235379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2" name="Moon 2001"/>
          <p:cNvSpPr/>
          <p:nvPr userDrawn="1"/>
        </p:nvSpPr>
        <p:spPr>
          <a:xfrm>
            <a:off x="235379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3" name="Rectangle 2002"/>
          <p:cNvSpPr/>
          <p:nvPr userDrawn="1"/>
        </p:nvSpPr>
        <p:spPr>
          <a:xfrm>
            <a:off x="2666325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4" name="Oval 2003"/>
          <p:cNvSpPr/>
          <p:nvPr userDrawn="1"/>
        </p:nvSpPr>
        <p:spPr>
          <a:xfrm>
            <a:off x="2734701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5" name="Moon 2004"/>
          <p:cNvSpPr/>
          <p:nvPr userDrawn="1"/>
        </p:nvSpPr>
        <p:spPr>
          <a:xfrm>
            <a:off x="2734701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6" name="Rectangle 2005"/>
          <p:cNvSpPr/>
          <p:nvPr userDrawn="1"/>
        </p:nvSpPr>
        <p:spPr>
          <a:xfrm>
            <a:off x="3047228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7" name="Oval 2006"/>
          <p:cNvSpPr/>
          <p:nvPr userDrawn="1"/>
        </p:nvSpPr>
        <p:spPr>
          <a:xfrm>
            <a:off x="3115604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8" name="Moon 2007"/>
          <p:cNvSpPr/>
          <p:nvPr userDrawn="1"/>
        </p:nvSpPr>
        <p:spPr>
          <a:xfrm>
            <a:off x="3115604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9" name="Rectangle 2008"/>
          <p:cNvSpPr/>
          <p:nvPr userDrawn="1"/>
        </p:nvSpPr>
        <p:spPr>
          <a:xfrm>
            <a:off x="3428132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0" name="Oval 2009"/>
          <p:cNvSpPr/>
          <p:nvPr userDrawn="1"/>
        </p:nvSpPr>
        <p:spPr>
          <a:xfrm>
            <a:off x="3496508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1" name="Moon 2010"/>
          <p:cNvSpPr/>
          <p:nvPr userDrawn="1"/>
        </p:nvSpPr>
        <p:spPr>
          <a:xfrm>
            <a:off x="3496508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2" name="Rectangle 2011"/>
          <p:cNvSpPr/>
          <p:nvPr userDrawn="1"/>
        </p:nvSpPr>
        <p:spPr>
          <a:xfrm>
            <a:off x="3809035" y="571297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3" name="Oval 2012"/>
          <p:cNvSpPr/>
          <p:nvPr userDrawn="1"/>
        </p:nvSpPr>
        <p:spPr>
          <a:xfrm>
            <a:off x="3877411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4" name="Moon 2013"/>
          <p:cNvSpPr/>
          <p:nvPr userDrawn="1"/>
        </p:nvSpPr>
        <p:spPr>
          <a:xfrm>
            <a:off x="3877411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5" name="Rectangle 2014"/>
          <p:cNvSpPr/>
          <p:nvPr userDrawn="1"/>
        </p:nvSpPr>
        <p:spPr>
          <a:xfrm>
            <a:off x="4189939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6" name="Oval 2015"/>
          <p:cNvSpPr/>
          <p:nvPr userDrawn="1"/>
        </p:nvSpPr>
        <p:spPr>
          <a:xfrm>
            <a:off x="4258315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7" name="Moon 2016"/>
          <p:cNvSpPr/>
          <p:nvPr userDrawn="1"/>
        </p:nvSpPr>
        <p:spPr>
          <a:xfrm>
            <a:off x="4258315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8" name="Rectangle 2017"/>
          <p:cNvSpPr/>
          <p:nvPr userDrawn="1"/>
        </p:nvSpPr>
        <p:spPr>
          <a:xfrm>
            <a:off x="4570842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9" name="Oval 2018"/>
          <p:cNvSpPr/>
          <p:nvPr userDrawn="1"/>
        </p:nvSpPr>
        <p:spPr>
          <a:xfrm>
            <a:off x="4639218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0" name="Moon 2019"/>
          <p:cNvSpPr/>
          <p:nvPr userDrawn="1"/>
        </p:nvSpPr>
        <p:spPr>
          <a:xfrm>
            <a:off x="4639218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1" name="Rectangle 2020"/>
          <p:cNvSpPr/>
          <p:nvPr userDrawn="1"/>
        </p:nvSpPr>
        <p:spPr>
          <a:xfrm>
            <a:off x="4951746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2" name="Oval 2021"/>
          <p:cNvSpPr/>
          <p:nvPr userDrawn="1"/>
        </p:nvSpPr>
        <p:spPr>
          <a:xfrm>
            <a:off x="5020122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3" name="Moon 2022"/>
          <p:cNvSpPr/>
          <p:nvPr userDrawn="1"/>
        </p:nvSpPr>
        <p:spPr>
          <a:xfrm>
            <a:off x="5020122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4" name="Rectangle 2023"/>
          <p:cNvSpPr/>
          <p:nvPr userDrawn="1"/>
        </p:nvSpPr>
        <p:spPr>
          <a:xfrm>
            <a:off x="5332649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5" name="Oval 2024"/>
          <p:cNvSpPr/>
          <p:nvPr userDrawn="1"/>
        </p:nvSpPr>
        <p:spPr>
          <a:xfrm>
            <a:off x="5401025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6" name="Moon 2025"/>
          <p:cNvSpPr/>
          <p:nvPr userDrawn="1"/>
        </p:nvSpPr>
        <p:spPr>
          <a:xfrm>
            <a:off x="5401025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7" name="Rectangle 2026"/>
          <p:cNvSpPr/>
          <p:nvPr userDrawn="1"/>
        </p:nvSpPr>
        <p:spPr>
          <a:xfrm>
            <a:off x="5713553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8" name="Oval 2027"/>
          <p:cNvSpPr/>
          <p:nvPr userDrawn="1"/>
        </p:nvSpPr>
        <p:spPr>
          <a:xfrm>
            <a:off x="5781929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9" name="Moon 2028"/>
          <p:cNvSpPr/>
          <p:nvPr userDrawn="1"/>
        </p:nvSpPr>
        <p:spPr>
          <a:xfrm>
            <a:off x="5781929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0" name="Rectangle 2029"/>
          <p:cNvSpPr/>
          <p:nvPr userDrawn="1"/>
        </p:nvSpPr>
        <p:spPr>
          <a:xfrm>
            <a:off x="6094456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1" name="Oval 2030"/>
          <p:cNvSpPr/>
          <p:nvPr userDrawn="1"/>
        </p:nvSpPr>
        <p:spPr>
          <a:xfrm>
            <a:off x="6162832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2" name="Moon 2031"/>
          <p:cNvSpPr/>
          <p:nvPr userDrawn="1"/>
        </p:nvSpPr>
        <p:spPr>
          <a:xfrm>
            <a:off x="6162832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3" name="Rectangle 2032"/>
          <p:cNvSpPr/>
          <p:nvPr userDrawn="1"/>
        </p:nvSpPr>
        <p:spPr>
          <a:xfrm>
            <a:off x="6475360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4" name="Oval 2033"/>
          <p:cNvSpPr/>
          <p:nvPr userDrawn="1"/>
        </p:nvSpPr>
        <p:spPr>
          <a:xfrm>
            <a:off x="654373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5" name="Moon 2034"/>
          <p:cNvSpPr/>
          <p:nvPr userDrawn="1"/>
        </p:nvSpPr>
        <p:spPr>
          <a:xfrm>
            <a:off x="654373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6" name="Rectangle 2035"/>
          <p:cNvSpPr/>
          <p:nvPr userDrawn="1"/>
        </p:nvSpPr>
        <p:spPr>
          <a:xfrm>
            <a:off x="6856263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37" name="Oval 2036"/>
          <p:cNvSpPr/>
          <p:nvPr userDrawn="1"/>
        </p:nvSpPr>
        <p:spPr>
          <a:xfrm>
            <a:off x="6924639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8" name="Moon 2037"/>
          <p:cNvSpPr/>
          <p:nvPr userDrawn="1"/>
        </p:nvSpPr>
        <p:spPr>
          <a:xfrm>
            <a:off x="6924639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9" name="Rectangle 2038"/>
          <p:cNvSpPr/>
          <p:nvPr userDrawn="1"/>
        </p:nvSpPr>
        <p:spPr>
          <a:xfrm>
            <a:off x="7237167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40" name="Oval 2039"/>
          <p:cNvSpPr/>
          <p:nvPr userDrawn="1"/>
        </p:nvSpPr>
        <p:spPr>
          <a:xfrm>
            <a:off x="730554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1" name="Moon 2040"/>
          <p:cNvSpPr/>
          <p:nvPr userDrawn="1"/>
        </p:nvSpPr>
        <p:spPr>
          <a:xfrm>
            <a:off x="730554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2" name="Rectangle 2041"/>
          <p:cNvSpPr/>
          <p:nvPr userDrawn="1"/>
        </p:nvSpPr>
        <p:spPr>
          <a:xfrm>
            <a:off x="7618070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3" name="Oval 2042"/>
          <p:cNvSpPr/>
          <p:nvPr userDrawn="1"/>
        </p:nvSpPr>
        <p:spPr>
          <a:xfrm>
            <a:off x="768644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4" name="Moon 2043"/>
          <p:cNvSpPr/>
          <p:nvPr userDrawn="1"/>
        </p:nvSpPr>
        <p:spPr>
          <a:xfrm>
            <a:off x="768644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5" name="Rectangle 2044"/>
          <p:cNvSpPr/>
          <p:nvPr userDrawn="1"/>
        </p:nvSpPr>
        <p:spPr>
          <a:xfrm>
            <a:off x="7998974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6" name="Oval 2045"/>
          <p:cNvSpPr/>
          <p:nvPr userDrawn="1"/>
        </p:nvSpPr>
        <p:spPr>
          <a:xfrm>
            <a:off x="806735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7" name="Moon 2046"/>
          <p:cNvSpPr/>
          <p:nvPr userDrawn="1"/>
        </p:nvSpPr>
        <p:spPr>
          <a:xfrm>
            <a:off x="806735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" name="Rectangle 2047"/>
          <p:cNvSpPr/>
          <p:nvPr userDrawn="1"/>
        </p:nvSpPr>
        <p:spPr>
          <a:xfrm>
            <a:off x="8379877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9" name="Oval 2048"/>
          <p:cNvSpPr/>
          <p:nvPr userDrawn="1"/>
        </p:nvSpPr>
        <p:spPr>
          <a:xfrm>
            <a:off x="844825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Moon 2049"/>
          <p:cNvSpPr/>
          <p:nvPr userDrawn="1"/>
        </p:nvSpPr>
        <p:spPr>
          <a:xfrm>
            <a:off x="844825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1" name="Rectangle 2050"/>
          <p:cNvSpPr/>
          <p:nvPr userDrawn="1"/>
        </p:nvSpPr>
        <p:spPr>
          <a:xfrm>
            <a:off x="8760781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2" name="Oval 2051"/>
          <p:cNvSpPr/>
          <p:nvPr userDrawn="1"/>
        </p:nvSpPr>
        <p:spPr>
          <a:xfrm>
            <a:off x="882915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3" name="Moon 2052"/>
          <p:cNvSpPr/>
          <p:nvPr userDrawn="1"/>
        </p:nvSpPr>
        <p:spPr>
          <a:xfrm>
            <a:off x="882915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4" name="Rectangle 2053"/>
          <p:cNvSpPr/>
          <p:nvPr userDrawn="1"/>
        </p:nvSpPr>
        <p:spPr>
          <a:xfrm>
            <a:off x="0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5" name="Oval 2054"/>
          <p:cNvSpPr/>
          <p:nvPr userDrawn="1"/>
        </p:nvSpPr>
        <p:spPr>
          <a:xfrm>
            <a:off x="6837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6" name="Moon 2055"/>
          <p:cNvSpPr/>
          <p:nvPr userDrawn="1"/>
        </p:nvSpPr>
        <p:spPr>
          <a:xfrm>
            <a:off x="6837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/>
          <p:cNvSpPr/>
          <p:nvPr userDrawn="1"/>
        </p:nvSpPr>
        <p:spPr>
          <a:xfrm>
            <a:off x="38090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8" name="Oval 2057"/>
          <p:cNvSpPr/>
          <p:nvPr userDrawn="1"/>
        </p:nvSpPr>
        <p:spPr>
          <a:xfrm>
            <a:off x="44928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Moon 2058"/>
          <p:cNvSpPr/>
          <p:nvPr userDrawn="1"/>
        </p:nvSpPr>
        <p:spPr>
          <a:xfrm>
            <a:off x="44928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0" name="Rectangle 2059"/>
          <p:cNvSpPr/>
          <p:nvPr userDrawn="1"/>
        </p:nvSpPr>
        <p:spPr>
          <a:xfrm>
            <a:off x="761807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61" name="Oval 2060"/>
          <p:cNvSpPr/>
          <p:nvPr userDrawn="1"/>
        </p:nvSpPr>
        <p:spPr>
          <a:xfrm>
            <a:off x="83018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2" name="Moon 2061"/>
          <p:cNvSpPr/>
          <p:nvPr userDrawn="1"/>
        </p:nvSpPr>
        <p:spPr>
          <a:xfrm>
            <a:off x="83018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/>
          <p:cNvSpPr/>
          <p:nvPr userDrawn="1"/>
        </p:nvSpPr>
        <p:spPr>
          <a:xfrm>
            <a:off x="1142711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64" name="Oval 2063"/>
          <p:cNvSpPr/>
          <p:nvPr userDrawn="1"/>
        </p:nvSpPr>
        <p:spPr>
          <a:xfrm>
            <a:off x="121108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5" name="Moon 2064"/>
          <p:cNvSpPr/>
          <p:nvPr userDrawn="1"/>
        </p:nvSpPr>
        <p:spPr>
          <a:xfrm>
            <a:off x="121108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6" name="Rectangle 2065"/>
          <p:cNvSpPr/>
          <p:nvPr userDrawn="1"/>
        </p:nvSpPr>
        <p:spPr>
          <a:xfrm>
            <a:off x="152361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7" name="Oval 2066"/>
          <p:cNvSpPr/>
          <p:nvPr userDrawn="1"/>
        </p:nvSpPr>
        <p:spPr>
          <a:xfrm>
            <a:off x="159199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8" name="Moon 2067"/>
          <p:cNvSpPr/>
          <p:nvPr userDrawn="1"/>
        </p:nvSpPr>
        <p:spPr>
          <a:xfrm>
            <a:off x="159199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9" name="Rectangle 2068"/>
          <p:cNvSpPr/>
          <p:nvPr userDrawn="1"/>
        </p:nvSpPr>
        <p:spPr>
          <a:xfrm>
            <a:off x="1904518" y="5332107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0" name="Oval 2069"/>
          <p:cNvSpPr/>
          <p:nvPr userDrawn="1"/>
        </p:nvSpPr>
        <p:spPr>
          <a:xfrm>
            <a:off x="1972894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1" name="Moon 2070"/>
          <p:cNvSpPr/>
          <p:nvPr userDrawn="1"/>
        </p:nvSpPr>
        <p:spPr>
          <a:xfrm>
            <a:off x="1972894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Rectangle 2071"/>
          <p:cNvSpPr/>
          <p:nvPr userDrawn="1"/>
        </p:nvSpPr>
        <p:spPr>
          <a:xfrm>
            <a:off x="2285421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73" name="Oval 2072"/>
          <p:cNvSpPr/>
          <p:nvPr userDrawn="1"/>
        </p:nvSpPr>
        <p:spPr>
          <a:xfrm>
            <a:off x="235379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4" name="Moon 2073"/>
          <p:cNvSpPr/>
          <p:nvPr userDrawn="1"/>
        </p:nvSpPr>
        <p:spPr>
          <a:xfrm>
            <a:off x="235379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5" name="Rectangle 2074"/>
          <p:cNvSpPr/>
          <p:nvPr userDrawn="1"/>
        </p:nvSpPr>
        <p:spPr>
          <a:xfrm>
            <a:off x="2666325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76" name="Oval 2075"/>
          <p:cNvSpPr/>
          <p:nvPr userDrawn="1"/>
        </p:nvSpPr>
        <p:spPr>
          <a:xfrm>
            <a:off x="2734701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7" name="Moon 2076"/>
          <p:cNvSpPr/>
          <p:nvPr userDrawn="1"/>
        </p:nvSpPr>
        <p:spPr>
          <a:xfrm>
            <a:off x="2734701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8" name="Rectangle 2077"/>
          <p:cNvSpPr/>
          <p:nvPr userDrawn="1"/>
        </p:nvSpPr>
        <p:spPr>
          <a:xfrm>
            <a:off x="3047228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79" name="Oval 2078"/>
          <p:cNvSpPr/>
          <p:nvPr userDrawn="1"/>
        </p:nvSpPr>
        <p:spPr>
          <a:xfrm>
            <a:off x="3115604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0" name="Moon 2079"/>
          <p:cNvSpPr/>
          <p:nvPr userDrawn="1"/>
        </p:nvSpPr>
        <p:spPr>
          <a:xfrm>
            <a:off x="3115604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1" name="Rectangle 2080"/>
          <p:cNvSpPr/>
          <p:nvPr userDrawn="1"/>
        </p:nvSpPr>
        <p:spPr>
          <a:xfrm>
            <a:off x="3428132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2" name="Oval 2081"/>
          <p:cNvSpPr/>
          <p:nvPr userDrawn="1"/>
        </p:nvSpPr>
        <p:spPr>
          <a:xfrm>
            <a:off x="3496508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3" name="Moon 2082"/>
          <p:cNvSpPr/>
          <p:nvPr userDrawn="1"/>
        </p:nvSpPr>
        <p:spPr>
          <a:xfrm>
            <a:off x="3496508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4" name="Rectangle 2083"/>
          <p:cNvSpPr/>
          <p:nvPr userDrawn="1"/>
        </p:nvSpPr>
        <p:spPr>
          <a:xfrm>
            <a:off x="3809035" y="5332107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5" name="Oval 2084"/>
          <p:cNvSpPr/>
          <p:nvPr userDrawn="1"/>
        </p:nvSpPr>
        <p:spPr>
          <a:xfrm>
            <a:off x="3877411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6" name="Moon 2085"/>
          <p:cNvSpPr/>
          <p:nvPr userDrawn="1"/>
        </p:nvSpPr>
        <p:spPr>
          <a:xfrm>
            <a:off x="3877411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7" name="Rectangle 2086"/>
          <p:cNvSpPr/>
          <p:nvPr userDrawn="1"/>
        </p:nvSpPr>
        <p:spPr>
          <a:xfrm>
            <a:off x="4189939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88" name="Oval 2087"/>
          <p:cNvSpPr/>
          <p:nvPr userDrawn="1"/>
        </p:nvSpPr>
        <p:spPr>
          <a:xfrm>
            <a:off x="4258315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9" name="Moon 2088"/>
          <p:cNvSpPr/>
          <p:nvPr userDrawn="1"/>
        </p:nvSpPr>
        <p:spPr>
          <a:xfrm>
            <a:off x="4258315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0" name="Rectangle 2089"/>
          <p:cNvSpPr/>
          <p:nvPr userDrawn="1"/>
        </p:nvSpPr>
        <p:spPr>
          <a:xfrm>
            <a:off x="4570842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1" name="Oval 2090"/>
          <p:cNvSpPr/>
          <p:nvPr userDrawn="1"/>
        </p:nvSpPr>
        <p:spPr>
          <a:xfrm>
            <a:off x="4639218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2" name="Moon 2091"/>
          <p:cNvSpPr/>
          <p:nvPr userDrawn="1"/>
        </p:nvSpPr>
        <p:spPr>
          <a:xfrm>
            <a:off x="4639218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3" name="Rectangle 2092"/>
          <p:cNvSpPr/>
          <p:nvPr userDrawn="1"/>
        </p:nvSpPr>
        <p:spPr>
          <a:xfrm>
            <a:off x="4951746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4" name="Oval 2093"/>
          <p:cNvSpPr/>
          <p:nvPr userDrawn="1"/>
        </p:nvSpPr>
        <p:spPr>
          <a:xfrm>
            <a:off x="5020122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5" name="Moon 2094"/>
          <p:cNvSpPr/>
          <p:nvPr userDrawn="1"/>
        </p:nvSpPr>
        <p:spPr>
          <a:xfrm>
            <a:off x="5020122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6" name="Rectangle 2095"/>
          <p:cNvSpPr/>
          <p:nvPr userDrawn="1"/>
        </p:nvSpPr>
        <p:spPr>
          <a:xfrm>
            <a:off x="5332649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7" name="Oval 2096"/>
          <p:cNvSpPr/>
          <p:nvPr userDrawn="1"/>
        </p:nvSpPr>
        <p:spPr>
          <a:xfrm>
            <a:off x="5401025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8" name="Moon 2097"/>
          <p:cNvSpPr/>
          <p:nvPr userDrawn="1"/>
        </p:nvSpPr>
        <p:spPr>
          <a:xfrm>
            <a:off x="5401025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9" name="Rectangle 2098"/>
          <p:cNvSpPr/>
          <p:nvPr userDrawn="1"/>
        </p:nvSpPr>
        <p:spPr>
          <a:xfrm>
            <a:off x="5713553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0" name="Oval 2099"/>
          <p:cNvSpPr/>
          <p:nvPr userDrawn="1"/>
        </p:nvSpPr>
        <p:spPr>
          <a:xfrm>
            <a:off x="5781929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1" name="Moon 2100"/>
          <p:cNvSpPr/>
          <p:nvPr userDrawn="1"/>
        </p:nvSpPr>
        <p:spPr>
          <a:xfrm>
            <a:off x="5781929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2" name="Rectangle 2101"/>
          <p:cNvSpPr/>
          <p:nvPr userDrawn="1"/>
        </p:nvSpPr>
        <p:spPr>
          <a:xfrm>
            <a:off x="6094456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3" name="Oval 2102"/>
          <p:cNvSpPr/>
          <p:nvPr userDrawn="1"/>
        </p:nvSpPr>
        <p:spPr>
          <a:xfrm>
            <a:off x="6162832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4" name="Moon 2103"/>
          <p:cNvSpPr/>
          <p:nvPr userDrawn="1"/>
        </p:nvSpPr>
        <p:spPr>
          <a:xfrm>
            <a:off x="6162832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5" name="Rectangle 2104"/>
          <p:cNvSpPr/>
          <p:nvPr userDrawn="1"/>
        </p:nvSpPr>
        <p:spPr>
          <a:xfrm>
            <a:off x="6475360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6" name="Oval 2105"/>
          <p:cNvSpPr/>
          <p:nvPr userDrawn="1"/>
        </p:nvSpPr>
        <p:spPr>
          <a:xfrm>
            <a:off x="654373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7" name="Moon 2106"/>
          <p:cNvSpPr/>
          <p:nvPr userDrawn="1"/>
        </p:nvSpPr>
        <p:spPr>
          <a:xfrm>
            <a:off x="654373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8" name="Rectangle 2107"/>
          <p:cNvSpPr/>
          <p:nvPr userDrawn="1"/>
        </p:nvSpPr>
        <p:spPr>
          <a:xfrm>
            <a:off x="6856263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9" name="Oval 2108"/>
          <p:cNvSpPr/>
          <p:nvPr userDrawn="1"/>
        </p:nvSpPr>
        <p:spPr>
          <a:xfrm>
            <a:off x="6924639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0" name="Moon 2109"/>
          <p:cNvSpPr/>
          <p:nvPr userDrawn="1"/>
        </p:nvSpPr>
        <p:spPr>
          <a:xfrm>
            <a:off x="6924639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1" name="Rectangle 2110"/>
          <p:cNvSpPr/>
          <p:nvPr userDrawn="1"/>
        </p:nvSpPr>
        <p:spPr>
          <a:xfrm>
            <a:off x="7237167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2" name="Oval 2111"/>
          <p:cNvSpPr/>
          <p:nvPr userDrawn="1"/>
        </p:nvSpPr>
        <p:spPr>
          <a:xfrm>
            <a:off x="730554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3" name="Moon 2112"/>
          <p:cNvSpPr/>
          <p:nvPr userDrawn="1"/>
        </p:nvSpPr>
        <p:spPr>
          <a:xfrm>
            <a:off x="730554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4" name="Rectangle 2113"/>
          <p:cNvSpPr/>
          <p:nvPr userDrawn="1"/>
        </p:nvSpPr>
        <p:spPr>
          <a:xfrm>
            <a:off x="7618070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5" name="Oval 2114"/>
          <p:cNvSpPr/>
          <p:nvPr userDrawn="1"/>
        </p:nvSpPr>
        <p:spPr>
          <a:xfrm>
            <a:off x="768644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6" name="Moon 2115"/>
          <p:cNvSpPr/>
          <p:nvPr userDrawn="1"/>
        </p:nvSpPr>
        <p:spPr>
          <a:xfrm>
            <a:off x="768644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7" name="Rectangle 2116"/>
          <p:cNvSpPr/>
          <p:nvPr userDrawn="1"/>
        </p:nvSpPr>
        <p:spPr>
          <a:xfrm>
            <a:off x="799897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8" name="Oval 2117"/>
          <p:cNvSpPr/>
          <p:nvPr userDrawn="1"/>
        </p:nvSpPr>
        <p:spPr>
          <a:xfrm>
            <a:off x="806735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9" name="Moon 2118"/>
          <p:cNvSpPr/>
          <p:nvPr userDrawn="1"/>
        </p:nvSpPr>
        <p:spPr>
          <a:xfrm>
            <a:off x="806735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0" name="Rectangle 2119"/>
          <p:cNvSpPr/>
          <p:nvPr userDrawn="1"/>
        </p:nvSpPr>
        <p:spPr>
          <a:xfrm>
            <a:off x="8379877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1" name="Oval 2120"/>
          <p:cNvSpPr/>
          <p:nvPr userDrawn="1"/>
        </p:nvSpPr>
        <p:spPr>
          <a:xfrm>
            <a:off x="844825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2" name="Moon 2121"/>
          <p:cNvSpPr/>
          <p:nvPr userDrawn="1"/>
        </p:nvSpPr>
        <p:spPr>
          <a:xfrm>
            <a:off x="844825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3" name="Rectangle 2122"/>
          <p:cNvSpPr/>
          <p:nvPr userDrawn="1"/>
        </p:nvSpPr>
        <p:spPr>
          <a:xfrm>
            <a:off x="8760781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4" name="Oval 2123"/>
          <p:cNvSpPr/>
          <p:nvPr userDrawn="1"/>
        </p:nvSpPr>
        <p:spPr>
          <a:xfrm>
            <a:off x="882915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5" name="Moon 2124"/>
          <p:cNvSpPr/>
          <p:nvPr userDrawn="1"/>
        </p:nvSpPr>
        <p:spPr>
          <a:xfrm>
            <a:off x="882915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6" name="Rectangle 2125"/>
          <p:cNvSpPr/>
          <p:nvPr userDrawn="1"/>
        </p:nvSpPr>
        <p:spPr>
          <a:xfrm>
            <a:off x="0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7" name="Oval 2126"/>
          <p:cNvSpPr/>
          <p:nvPr userDrawn="1"/>
        </p:nvSpPr>
        <p:spPr>
          <a:xfrm>
            <a:off x="68376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8" name="Moon 2127"/>
          <p:cNvSpPr/>
          <p:nvPr userDrawn="1"/>
        </p:nvSpPr>
        <p:spPr>
          <a:xfrm>
            <a:off x="68376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9" name="Rectangle 2128"/>
          <p:cNvSpPr/>
          <p:nvPr userDrawn="1"/>
        </p:nvSpPr>
        <p:spPr>
          <a:xfrm>
            <a:off x="380904" y="495124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0" name="Oval 2129"/>
          <p:cNvSpPr/>
          <p:nvPr userDrawn="1"/>
        </p:nvSpPr>
        <p:spPr>
          <a:xfrm>
            <a:off x="449280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1" name="Moon 2130"/>
          <p:cNvSpPr/>
          <p:nvPr userDrawn="1"/>
        </p:nvSpPr>
        <p:spPr>
          <a:xfrm>
            <a:off x="449280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2" name="Rectangle 2131"/>
          <p:cNvSpPr/>
          <p:nvPr userDrawn="1"/>
        </p:nvSpPr>
        <p:spPr>
          <a:xfrm>
            <a:off x="761807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3" name="Oval 2132"/>
          <p:cNvSpPr/>
          <p:nvPr userDrawn="1"/>
        </p:nvSpPr>
        <p:spPr>
          <a:xfrm>
            <a:off x="830183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4" name="Moon 2133"/>
          <p:cNvSpPr/>
          <p:nvPr userDrawn="1"/>
        </p:nvSpPr>
        <p:spPr>
          <a:xfrm>
            <a:off x="830183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5" name="Rectangle 2134"/>
          <p:cNvSpPr/>
          <p:nvPr userDrawn="1"/>
        </p:nvSpPr>
        <p:spPr>
          <a:xfrm>
            <a:off x="1142711" y="495124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6" name="Oval 2135"/>
          <p:cNvSpPr/>
          <p:nvPr userDrawn="1"/>
        </p:nvSpPr>
        <p:spPr>
          <a:xfrm>
            <a:off x="1211087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7" name="Moon 2136"/>
          <p:cNvSpPr/>
          <p:nvPr userDrawn="1"/>
        </p:nvSpPr>
        <p:spPr>
          <a:xfrm>
            <a:off x="1211087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8" name="Rectangle 2137"/>
          <p:cNvSpPr/>
          <p:nvPr userDrawn="1"/>
        </p:nvSpPr>
        <p:spPr>
          <a:xfrm>
            <a:off x="1523614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9" name="Oval 2138"/>
          <p:cNvSpPr/>
          <p:nvPr userDrawn="1"/>
        </p:nvSpPr>
        <p:spPr>
          <a:xfrm>
            <a:off x="1591990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0" name="Moon 2139"/>
          <p:cNvSpPr/>
          <p:nvPr userDrawn="1"/>
        </p:nvSpPr>
        <p:spPr>
          <a:xfrm>
            <a:off x="1591990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1" name="Rectangle 2140"/>
          <p:cNvSpPr/>
          <p:nvPr userDrawn="1"/>
        </p:nvSpPr>
        <p:spPr>
          <a:xfrm>
            <a:off x="7237167" y="495124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42" name="Oval 2141"/>
          <p:cNvSpPr/>
          <p:nvPr userDrawn="1"/>
        </p:nvSpPr>
        <p:spPr>
          <a:xfrm>
            <a:off x="7305543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3" name="Moon 2142"/>
          <p:cNvSpPr/>
          <p:nvPr userDrawn="1"/>
        </p:nvSpPr>
        <p:spPr>
          <a:xfrm>
            <a:off x="7305543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4" name="Rectangle 2143"/>
          <p:cNvSpPr/>
          <p:nvPr userDrawn="1"/>
        </p:nvSpPr>
        <p:spPr>
          <a:xfrm>
            <a:off x="7618070" y="495124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45" name="Oval 2144"/>
          <p:cNvSpPr/>
          <p:nvPr userDrawn="1"/>
        </p:nvSpPr>
        <p:spPr>
          <a:xfrm>
            <a:off x="7686446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6" name="Moon 2145"/>
          <p:cNvSpPr/>
          <p:nvPr userDrawn="1"/>
        </p:nvSpPr>
        <p:spPr>
          <a:xfrm>
            <a:off x="7686446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7" name="Rectangle 2146"/>
          <p:cNvSpPr/>
          <p:nvPr userDrawn="1"/>
        </p:nvSpPr>
        <p:spPr>
          <a:xfrm>
            <a:off x="7998974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8" name="Oval 2147"/>
          <p:cNvSpPr/>
          <p:nvPr userDrawn="1"/>
        </p:nvSpPr>
        <p:spPr>
          <a:xfrm>
            <a:off x="8067350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9" name="Moon 2148"/>
          <p:cNvSpPr/>
          <p:nvPr userDrawn="1"/>
        </p:nvSpPr>
        <p:spPr>
          <a:xfrm>
            <a:off x="8067350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0" name="Rectangle 2149"/>
          <p:cNvSpPr/>
          <p:nvPr userDrawn="1"/>
        </p:nvSpPr>
        <p:spPr>
          <a:xfrm>
            <a:off x="8379877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" name="Oval 2150"/>
          <p:cNvSpPr/>
          <p:nvPr userDrawn="1"/>
        </p:nvSpPr>
        <p:spPr>
          <a:xfrm>
            <a:off x="8448253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2" name="Moon 2151"/>
          <p:cNvSpPr/>
          <p:nvPr userDrawn="1"/>
        </p:nvSpPr>
        <p:spPr>
          <a:xfrm>
            <a:off x="8448253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3" name="Rectangle 2152"/>
          <p:cNvSpPr/>
          <p:nvPr userDrawn="1"/>
        </p:nvSpPr>
        <p:spPr>
          <a:xfrm>
            <a:off x="8760781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4" name="Oval 2153"/>
          <p:cNvSpPr/>
          <p:nvPr userDrawn="1"/>
        </p:nvSpPr>
        <p:spPr>
          <a:xfrm>
            <a:off x="8829157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5" name="Moon 2154"/>
          <p:cNvSpPr/>
          <p:nvPr userDrawn="1"/>
        </p:nvSpPr>
        <p:spPr>
          <a:xfrm>
            <a:off x="8829157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6" name="Rectangle 2155"/>
          <p:cNvSpPr/>
          <p:nvPr userDrawn="1"/>
        </p:nvSpPr>
        <p:spPr>
          <a:xfrm>
            <a:off x="0" y="457037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7" name="Oval 2156"/>
          <p:cNvSpPr/>
          <p:nvPr userDrawn="1"/>
        </p:nvSpPr>
        <p:spPr>
          <a:xfrm>
            <a:off x="68376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8" name="Moon 2157"/>
          <p:cNvSpPr/>
          <p:nvPr userDrawn="1"/>
        </p:nvSpPr>
        <p:spPr>
          <a:xfrm>
            <a:off x="68376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9" name="Rectangle 2158"/>
          <p:cNvSpPr/>
          <p:nvPr userDrawn="1"/>
        </p:nvSpPr>
        <p:spPr>
          <a:xfrm>
            <a:off x="380904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60" name="Oval 2159"/>
          <p:cNvSpPr/>
          <p:nvPr userDrawn="1"/>
        </p:nvSpPr>
        <p:spPr>
          <a:xfrm>
            <a:off x="449280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1" name="Moon 2160"/>
          <p:cNvSpPr/>
          <p:nvPr userDrawn="1"/>
        </p:nvSpPr>
        <p:spPr>
          <a:xfrm>
            <a:off x="449280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2" name="Rectangle 2161"/>
          <p:cNvSpPr/>
          <p:nvPr userDrawn="1"/>
        </p:nvSpPr>
        <p:spPr>
          <a:xfrm>
            <a:off x="761807" y="457037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3" name="Oval 2162"/>
          <p:cNvSpPr/>
          <p:nvPr userDrawn="1"/>
        </p:nvSpPr>
        <p:spPr>
          <a:xfrm>
            <a:off x="830183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4" name="Moon 2163"/>
          <p:cNvSpPr/>
          <p:nvPr userDrawn="1"/>
        </p:nvSpPr>
        <p:spPr>
          <a:xfrm>
            <a:off x="830183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5" name="Rectangle 2164"/>
          <p:cNvSpPr/>
          <p:nvPr userDrawn="1"/>
        </p:nvSpPr>
        <p:spPr>
          <a:xfrm>
            <a:off x="1142711" y="457037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6" name="Oval 2165"/>
          <p:cNvSpPr/>
          <p:nvPr userDrawn="1"/>
        </p:nvSpPr>
        <p:spPr>
          <a:xfrm>
            <a:off x="1211087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7" name="Moon 2166"/>
          <p:cNvSpPr/>
          <p:nvPr userDrawn="1"/>
        </p:nvSpPr>
        <p:spPr>
          <a:xfrm>
            <a:off x="1211087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8" name="Rectangle 2167"/>
          <p:cNvSpPr/>
          <p:nvPr userDrawn="1"/>
        </p:nvSpPr>
        <p:spPr>
          <a:xfrm>
            <a:off x="1523614" y="457037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9" name="Oval 2168"/>
          <p:cNvSpPr/>
          <p:nvPr userDrawn="1"/>
        </p:nvSpPr>
        <p:spPr>
          <a:xfrm>
            <a:off x="1591990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0" name="Moon 2169"/>
          <p:cNvSpPr/>
          <p:nvPr userDrawn="1"/>
        </p:nvSpPr>
        <p:spPr>
          <a:xfrm>
            <a:off x="1591990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1" name="Rectangle 2170"/>
          <p:cNvSpPr/>
          <p:nvPr userDrawn="1"/>
        </p:nvSpPr>
        <p:spPr>
          <a:xfrm>
            <a:off x="7237167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72" name="Oval 2171"/>
          <p:cNvSpPr/>
          <p:nvPr userDrawn="1"/>
        </p:nvSpPr>
        <p:spPr>
          <a:xfrm>
            <a:off x="7305543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3" name="Moon 2172"/>
          <p:cNvSpPr/>
          <p:nvPr userDrawn="1"/>
        </p:nvSpPr>
        <p:spPr>
          <a:xfrm>
            <a:off x="7305543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4" name="Rectangle 2173"/>
          <p:cNvSpPr/>
          <p:nvPr userDrawn="1"/>
        </p:nvSpPr>
        <p:spPr>
          <a:xfrm>
            <a:off x="7618070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75" name="Oval 2174"/>
          <p:cNvSpPr/>
          <p:nvPr userDrawn="1"/>
        </p:nvSpPr>
        <p:spPr>
          <a:xfrm>
            <a:off x="7686446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6" name="Moon 2175"/>
          <p:cNvSpPr/>
          <p:nvPr userDrawn="1"/>
        </p:nvSpPr>
        <p:spPr>
          <a:xfrm>
            <a:off x="7686446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7" name="Rectangle 2176"/>
          <p:cNvSpPr/>
          <p:nvPr userDrawn="1"/>
        </p:nvSpPr>
        <p:spPr>
          <a:xfrm>
            <a:off x="7998974" y="457037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8" name="Oval 2177"/>
          <p:cNvSpPr/>
          <p:nvPr userDrawn="1"/>
        </p:nvSpPr>
        <p:spPr>
          <a:xfrm>
            <a:off x="8067350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9" name="Moon 2178"/>
          <p:cNvSpPr/>
          <p:nvPr userDrawn="1"/>
        </p:nvSpPr>
        <p:spPr>
          <a:xfrm>
            <a:off x="8067350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0" name="Rectangle 2179"/>
          <p:cNvSpPr/>
          <p:nvPr userDrawn="1"/>
        </p:nvSpPr>
        <p:spPr>
          <a:xfrm>
            <a:off x="8379877" y="457037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1" name="Oval 2180"/>
          <p:cNvSpPr/>
          <p:nvPr userDrawn="1"/>
        </p:nvSpPr>
        <p:spPr>
          <a:xfrm>
            <a:off x="8448253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2" name="Moon 2181"/>
          <p:cNvSpPr/>
          <p:nvPr userDrawn="1"/>
        </p:nvSpPr>
        <p:spPr>
          <a:xfrm>
            <a:off x="8448253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3" name="Rectangle 2182"/>
          <p:cNvSpPr/>
          <p:nvPr userDrawn="1"/>
        </p:nvSpPr>
        <p:spPr>
          <a:xfrm>
            <a:off x="8760781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84" name="Oval 2183"/>
          <p:cNvSpPr/>
          <p:nvPr userDrawn="1"/>
        </p:nvSpPr>
        <p:spPr>
          <a:xfrm>
            <a:off x="8829157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5" name="Moon 2184"/>
          <p:cNvSpPr/>
          <p:nvPr userDrawn="1"/>
        </p:nvSpPr>
        <p:spPr>
          <a:xfrm>
            <a:off x="8829157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6" name="Rectangle 2185"/>
          <p:cNvSpPr/>
          <p:nvPr userDrawn="1"/>
        </p:nvSpPr>
        <p:spPr>
          <a:xfrm>
            <a:off x="0" y="418951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7" name="Oval 2186"/>
          <p:cNvSpPr/>
          <p:nvPr userDrawn="1"/>
        </p:nvSpPr>
        <p:spPr>
          <a:xfrm>
            <a:off x="68376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8" name="Moon 2187"/>
          <p:cNvSpPr/>
          <p:nvPr userDrawn="1"/>
        </p:nvSpPr>
        <p:spPr>
          <a:xfrm>
            <a:off x="68376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9" name="Rectangle 2188"/>
          <p:cNvSpPr/>
          <p:nvPr userDrawn="1"/>
        </p:nvSpPr>
        <p:spPr>
          <a:xfrm>
            <a:off x="380904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0" name="Oval 2189"/>
          <p:cNvSpPr/>
          <p:nvPr userDrawn="1"/>
        </p:nvSpPr>
        <p:spPr>
          <a:xfrm>
            <a:off x="449280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1" name="Moon 2190"/>
          <p:cNvSpPr/>
          <p:nvPr userDrawn="1"/>
        </p:nvSpPr>
        <p:spPr>
          <a:xfrm>
            <a:off x="449280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2" name="Rectangle 2191"/>
          <p:cNvSpPr/>
          <p:nvPr userDrawn="1"/>
        </p:nvSpPr>
        <p:spPr>
          <a:xfrm>
            <a:off x="761807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3" name="Oval 2192"/>
          <p:cNvSpPr/>
          <p:nvPr userDrawn="1"/>
        </p:nvSpPr>
        <p:spPr>
          <a:xfrm>
            <a:off x="830183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4" name="Moon 2193"/>
          <p:cNvSpPr/>
          <p:nvPr userDrawn="1"/>
        </p:nvSpPr>
        <p:spPr>
          <a:xfrm>
            <a:off x="830183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5" name="Rectangle 2194"/>
          <p:cNvSpPr/>
          <p:nvPr userDrawn="1"/>
        </p:nvSpPr>
        <p:spPr>
          <a:xfrm>
            <a:off x="1142711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6" name="Oval 2195"/>
          <p:cNvSpPr/>
          <p:nvPr userDrawn="1"/>
        </p:nvSpPr>
        <p:spPr>
          <a:xfrm>
            <a:off x="1211087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7" name="Moon 2196"/>
          <p:cNvSpPr/>
          <p:nvPr userDrawn="1"/>
        </p:nvSpPr>
        <p:spPr>
          <a:xfrm>
            <a:off x="1211087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8" name="Rectangle 2197"/>
          <p:cNvSpPr/>
          <p:nvPr userDrawn="1"/>
        </p:nvSpPr>
        <p:spPr>
          <a:xfrm>
            <a:off x="1523614" y="418951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9" name="Oval 2198"/>
          <p:cNvSpPr/>
          <p:nvPr userDrawn="1"/>
        </p:nvSpPr>
        <p:spPr>
          <a:xfrm>
            <a:off x="1591990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0" name="Moon 2199"/>
          <p:cNvSpPr/>
          <p:nvPr userDrawn="1"/>
        </p:nvSpPr>
        <p:spPr>
          <a:xfrm>
            <a:off x="1591990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1" name="Rectangle 2200"/>
          <p:cNvSpPr/>
          <p:nvPr userDrawn="1"/>
        </p:nvSpPr>
        <p:spPr>
          <a:xfrm>
            <a:off x="7237167" y="418951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02" name="Oval 2201"/>
          <p:cNvSpPr/>
          <p:nvPr userDrawn="1"/>
        </p:nvSpPr>
        <p:spPr>
          <a:xfrm>
            <a:off x="7305543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3" name="Moon 2202"/>
          <p:cNvSpPr/>
          <p:nvPr userDrawn="1"/>
        </p:nvSpPr>
        <p:spPr>
          <a:xfrm>
            <a:off x="7305543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4" name="Rectangle 2203"/>
          <p:cNvSpPr/>
          <p:nvPr userDrawn="1"/>
        </p:nvSpPr>
        <p:spPr>
          <a:xfrm>
            <a:off x="7618070" y="418951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05" name="Oval 2204"/>
          <p:cNvSpPr/>
          <p:nvPr userDrawn="1"/>
        </p:nvSpPr>
        <p:spPr>
          <a:xfrm>
            <a:off x="7686446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6" name="Moon 2205"/>
          <p:cNvSpPr/>
          <p:nvPr userDrawn="1"/>
        </p:nvSpPr>
        <p:spPr>
          <a:xfrm>
            <a:off x="7686446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7" name="Rectangle 2206"/>
          <p:cNvSpPr/>
          <p:nvPr userDrawn="1"/>
        </p:nvSpPr>
        <p:spPr>
          <a:xfrm>
            <a:off x="7998974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8" name="Oval 2207"/>
          <p:cNvSpPr/>
          <p:nvPr userDrawn="1"/>
        </p:nvSpPr>
        <p:spPr>
          <a:xfrm>
            <a:off x="8067350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9" name="Moon 2208"/>
          <p:cNvSpPr/>
          <p:nvPr userDrawn="1"/>
        </p:nvSpPr>
        <p:spPr>
          <a:xfrm>
            <a:off x="8067350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0" name="Rectangle 2209"/>
          <p:cNvSpPr/>
          <p:nvPr userDrawn="1"/>
        </p:nvSpPr>
        <p:spPr>
          <a:xfrm>
            <a:off x="8379877" y="418951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1" name="Oval 2210"/>
          <p:cNvSpPr/>
          <p:nvPr userDrawn="1"/>
        </p:nvSpPr>
        <p:spPr>
          <a:xfrm>
            <a:off x="8448253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2" name="Moon 2211"/>
          <p:cNvSpPr/>
          <p:nvPr userDrawn="1"/>
        </p:nvSpPr>
        <p:spPr>
          <a:xfrm>
            <a:off x="8448253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3" name="Rectangle 2212"/>
          <p:cNvSpPr/>
          <p:nvPr userDrawn="1"/>
        </p:nvSpPr>
        <p:spPr>
          <a:xfrm>
            <a:off x="8760781" y="418951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4" name="Oval 2213"/>
          <p:cNvSpPr/>
          <p:nvPr userDrawn="1"/>
        </p:nvSpPr>
        <p:spPr>
          <a:xfrm>
            <a:off x="8829157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5" name="Moon 2214"/>
          <p:cNvSpPr/>
          <p:nvPr userDrawn="1"/>
        </p:nvSpPr>
        <p:spPr>
          <a:xfrm>
            <a:off x="8829157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6" name="Rectangle 2215"/>
          <p:cNvSpPr/>
          <p:nvPr userDrawn="1"/>
        </p:nvSpPr>
        <p:spPr>
          <a:xfrm>
            <a:off x="0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17" name="Oval 2216"/>
          <p:cNvSpPr/>
          <p:nvPr userDrawn="1"/>
        </p:nvSpPr>
        <p:spPr>
          <a:xfrm>
            <a:off x="68376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8" name="Moon 2217"/>
          <p:cNvSpPr/>
          <p:nvPr userDrawn="1"/>
        </p:nvSpPr>
        <p:spPr>
          <a:xfrm>
            <a:off x="68376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9" name="Rectangle 2218"/>
          <p:cNvSpPr/>
          <p:nvPr userDrawn="1"/>
        </p:nvSpPr>
        <p:spPr>
          <a:xfrm>
            <a:off x="380904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20" name="Oval 2219"/>
          <p:cNvSpPr/>
          <p:nvPr userDrawn="1"/>
        </p:nvSpPr>
        <p:spPr>
          <a:xfrm>
            <a:off x="449280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1" name="Moon 2220"/>
          <p:cNvSpPr/>
          <p:nvPr userDrawn="1"/>
        </p:nvSpPr>
        <p:spPr>
          <a:xfrm>
            <a:off x="449280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2" name="Rectangle 2221"/>
          <p:cNvSpPr/>
          <p:nvPr userDrawn="1"/>
        </p:nvSpPr>
        <p:spPr>
          <a:xfrm>
            <a:off x="761807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23" name="Oval 2222"/>
          <p:cNvSpPr/>
          <p:nvPr userDrawn="1"/>
        </p:nvSpPr>
        <p:spPr>
          <a:xfrm>
            <a:off x="830183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4" name="Moon 2223"/>
          <p:cNvSpPr/>
          <p:nvPr userDrawn="1"/>
        </p:nvSpPr>
        <p:spPr>
          <a:xfrm>
            <a:off x="830183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5" name="Rectangle 2224"/>
          <p:cNvSpPr/>
          <p:nvPr userDrawn="1"/>
        </p:nvSpPr>
        <p:spPr>
          <a:xfrm>
            <a:off x="1142711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26" name="Oval 2225"/>
          <p:cNvSpPr/>
          <p:nvPr userDrawn="1"/>
        </p:nvSpPr>
        <p:spPr>
          <a:xfrm>
            <a:off x="1211087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7" name="Moon 2226"/>
          <p:cNvSpPr/>
          <p:nvPr userDrawn="1"/>
        </p:nvSpPr>
        <p:spPr>
          <a:xfrm>
            <a:off x="1211087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8" name="Rectangle 2227"/>
          <p:cNvSpPr/>
          <p:nvPr userDrawn="1"/>
        </p:nvSpPr>
        <p:spPr>
          <a:xfrm>
            <a:off x="1523614" y="3808648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9" name="Oval 2228"/>
          <p:cNvSpPr/>
          <p:nvPr userDrawn="1"/>
        </p:nvSpPr>
        <p:spPr>
          <a:xfrm>
            <a:off x="1591990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0" name="Moon 2229"/>
          <p:cNvSpPr/>
          <p:nvPr userDrawn="1"/>
        </p:nvSpPr>
        <p:spPr>
          <a:xfrm>
            <a:off x="1591990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1" name="Rectangle 2230"/>
          <p:cNvSpPr/>
          <p:nvPr userDrawn="1"/>
        </p:nvSpPr>
        <p:spPr>
          <a:xfrm>
            <a:off x="7237167" y="3808648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2" name="Oval 2231"/>
          <p:cNvSpPr/>
          <p:nvPr userDrawn="1"/>
        </p:nvSpPr>
        <p:spPr>
          <a:xfrm>
            <a:off x="7305543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3" name="Moon 2232"/>
          <p:cNvSpPr/>
          <p:nvPr userDrawn="1"/>
        </p:nvSpPr>
        <p:spPr>
          <a:xfrm>
            <a:off x="7305543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4" name="Rectangle 2233"/>
          <p:cNvSpPr/>
          <p:nvPr userDrawn="1"/>
        </p:nvSpPr>
        <p:spPr>
          <a:xfrm>
            <a:off x="7618070" y="380864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5" name="Oval 2234"/>
          <p:cNvSpPr/>
          <p:nvPr userDrawn="1"/>
        </p:nvSpPr>
        <p:spPr>
          <a:xfrm>
            <a:off x="7686446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6" name="Moon 2235"/>
          <p:cNvSpPr/>
          <p:nvPr userDrawn="1"/>
        </p:nvSpPr>
        <p:spPr>
          <a:xfrm>
            <a:off x="7686446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7" name="Rectangle 2236"/>
          <p:cNvSpPr/>
          <p:nvPr userDrawn="1"/>
        </p:nvSpPr>
        <p:spPr>
          <a:xfrm>
            <a:off x="7998974" y="380864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8" name="Oval 2237"/>
          <p:cNvSpPr/>
          <p:nvPr userDrawn="1"/>
        </p:nvSpPr>
        <p:spPr>
          <a:xfrm>
            <a:off x="8067350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9" name="Moon 2238"/>
          <p:cNvSpPr/>
          <p:nvPr userDrawn="1"/>
        </p:nvSpPr>
        <p:spPr>
          <a:xfrm>
            <a:off x="8067350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0" name="Rectangle 2239"/>
          <p:cNvSpPr/>
          <p:nvPr userDrawn="1"/>
        </p:nvSpPr>
        <p:spPr>
          <a:xfrm>
            <a:off x="8379877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41" name="Oval 2240"/>
          <p:cNvSpPr/>
          <p:nvPr userDrawn="1"/>
        </p:nvSpPr>
        <p:spPr>
          <a:xfrm>
            <a:off x="8448253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2" name="Moon 2241"/>
          <p:cNvSpPr/>
          <p:nvPr userDrawn="1"/>
        </p:nvSpPr>
        <p:spPr>
          <a:xfrm>
            <a:off x="8448253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3" name="Rectangle 2242"/>
          <p:cNvSpPr/>
          <p:nvPr userDrawn="1"/>
        </p:nvSpPr>
        <p:spPr>
          <a:xfrm>
            <a:off x="8760781" y="3808648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4" name="Oval 2243"/>
          <p:cNvSpPr/>
          <p:nvPr userDrawn="1"/>
        </p:nvSpPr>
        <p:spPr>
          <a:xfrm>
            <a:off x="8829157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5" name="Moon 2244"/>
          <p:cNvSpPr/>
          <p:nvPr userDrawn="1"/>
        </p:nvSpPr>
        <p:spPr>
          <a:xfrm>
            <a:off x="8829157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6" name="Rectangle 2245"/>
          <p:cNvSpPr/>
          <p:nvPr userDrawn="1"/>
        </p:nvSpPr>
        <p:spPr>
          <a:xfrm>
            <a:off x="0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7" name="Oval 2246"/>
          <p:cNvSpPr/>
          <p:nvPr userDrawn="1"/>
        </p:nvSpPr>
        <p:spPr>
          <a:xfrm>
            <a:off x="68376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8" name="Moon 2247"/>
          <p:cNvSpPr/>
          <p:nvPr userDrawn="1"/>
        </p:nvSpPr>
        <p:spPr>
          <a:xfrm>
            <a:off x="68376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9" name="Rectangle 2248"/>
          <p:cNvSpPr/>
          <p:nvPr userDrawn="1"/>
        </p:nvSpPr>
        <p:spPr>
          <a:xfrm>
            <a:off x="380904" y="342778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0" name="Oval 2249"/>
          <p:cNvSpPr/>
          <p:nvPr userDrawn="1"/>
        </p:nvSpPr>
        <p:spPr>
          <a:xfrm>
            <a:off x="449280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1" name="Moon 2250"/>
          <p:cNvSpPr/>
          <p:nvPr userDrawn="1"/>
        </p:nvSpPr>
        <p:spPr>
          <a:xfrm>
            <a:off x="449280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2" name="Rectangle 2251"/>
          <p:cNvSpPr/>
          <p:nvPr userDrawn="1"/>
        </p:nvSpPr>
        <p:spPr>
          <a:xfrm>
            <a:off x="761807" y="342778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" name="Oval 2252"/>
          <p:cNvSpPr/>
          <p:nvPr userDrawn="1"/>
        </p:nvSpPr>
        <p:spPr>
          <a:xfrm>
            <a:off x="830183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4" name="Moon 2253"/>
          <p:cNvSpPr/>
          <p:nvPr userDrawn="1"/>
        </p:nvSpPr>
        <p:spPr>
          <a:xfrm>
            <a:off x="830183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5" name="Rectangle 2254"/>
          <p:cNvSpPr/>
          <p:nvPr userDrawn="1"/>
        </p:nvSpPr>
        <p:spPr>
          <a:xfrm>
            <a:off x="1142711" y="342778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6" name="Oval 2255"/>
          <p:cNvSpPr/>
          <p:nvPr userDrawn="1"/>
        </p:nvSpPr>
        <p:spPr>
          <a:xfrm>
            <a:off x="1211087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7" name="Moon 2256"/>
          <p:cNvSpPr/>
          <p:nvPr userDrawn="1"/>
        </p:nvSpPr>
        <p:spPr>
          <a:xfrm>
            <a:off x="1211087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8" name="Rectangle 2257"/>
          <p:cNvSpPr/>
          <p:nvPr userDrawn="1"/>
        </p:nvSpPr>
        <p:spPr>
          <a:xfrm>
            <a:off x="1523614" y="342778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9" name="Oval 2258"/>
          <p:cNvSpPr/>
          <p:nvPr userDrawn="1"/>
        </p:nvSpPr>
        <p:spPr>
          <a:xfrm>
            <a:off x="1591990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0" name="Moon 2259"/>
          <p:cNvSpPr/>
          <p:nvPr userDrawn="1"/>
        </p:nvSpPr>
        <p:spPr>
          <a:xfrm>
            <a:off x="1591990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1" name="Rectangle 2260"/>
          <p:cNvSpPr/>
          <p:nvPr userDrawn="1"/>
        </p:nvSpPr>
        <p:spPr>
          <a:xfrm>
            <a:off x="7237167" y="342778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2" name="Oval 2261"/>
          <p:cNvSpPr/>
          <p:nvPr userDrawn="1"/>
        </p:nvSpPr>
        <p:spPr>
          <a:xfrm>
            <a:off x="7305543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3" name="Moon 2262"/>
          <p:cNvSpPr/>
          <p:nvPr userDrawn="1"/>
        </p:nvSpPr>
        <p:spPr>
          <a:xfrm>
            <a:off x="7305543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4" name="Rectangle 2263"/>
          <p:cNvSpPr/>
          <p:nvPr userDrawn="1"/>
        </p:nvSpPr>
        <p:spPr>
          <a:xfrm>
            <a:off x="7618070" y="342778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5" name="Oval 2264"/>
          <p:cNvSpPr/>
          <p:nvPr userDrawn="1"/>
        </p:nvSpPr>
        <p:spPr>
          <a:xfrm>
            <a:off x="7686446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6" name="Moon 2265"/>
          <p:cNvSpPr/>
          <p:nvPr userDrawn="1"/>
        </p:nvSpPr>
        <p:spPr>
          <a:xfrm>
            <a:off x="7686446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7" name="Rectangle 2266"/>
          <p:cNvSpPr/>
          <p:nvPr userDrawn="1"/>
        </p:nvSpPr>
        <p:spPr>
          <a:xfrm>
            <a:off x="7998974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8" name="Oval 2267"/>
          <p:cNvSpPr/>
          <p:nvPr userDrawn="1"/>
        </p:nvSpPr>
        <p:spPr>
          <a:xfrm>
            <a:off x="8067350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9" name="Moon 2268"/>
          <p:cNvSpPr/>
          <p:nvPr userDrawn="1"/>
        </p:nvSpPr>
        <p:spPr>
          <a:xfrm>
            <a:off x="8067350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0" name="Rectangle 2269"/>
          <p:cNvSpPr/>
          <p:nvPr userDrawn="1"/>
        </p:nvSpPr>
        <p:spPr>
          <a:xfrm>
            <a:off x="8379877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1" name="Oval 2270"/>
          <p:cNvSpPr/>
          <p:nvPr userDrawn="1"/>
        </p:nvSpPr>
        <p:spPr>
          <a:xfrm>
            <a:off x="8448253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2" name="Moon 2271"/>
          <p:cNvSpPr/>
          <p:nvPr userDrawn="1"/>
        </p:nvSpPr>
        <p:spPr>
          <a:xfrm>
            <a:off x="8448253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3" name="Rectangle 2272"/>
          <p:cNvSpPr/>
          <p:nvPr userDrawn="1"/>
        </p:nvSpPr>
        <p:spPr>
          <a:xfrm>
            <a:off x="8760781" y="342778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4" name="Oval 2273"/>
          <p:cNvSpPr/>
          <p:nvPr userDrawn="1"/>
        </p:nvSpPr>
        <p:spPr>
          <a:xfrm>
            <a:off x="8829157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5" name="Moon 2274"/>
          <p:cNvSpPr/>
          <p:nvPr userDrawn="1"/>
        </p:nvSpPr>
        <p:spPr>
          <a:xfrm>
            <a:off x="8829157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6" name="Rectangle 2275"/>
          <p:cNvSpPr/>
          <p:nvPr userDrawn="1"/>
        </p:nvSpPr>
        <p:spPr>
          <a:xfrm>
            <a:off x="0" y="304691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7" name="Oval 2276"/>
          <p:cNvSpPr/>
          <p:nvPr userDrawn="1"/>
        </p:nvSpPr>
        <p:spPr>
          <a:xfrm>
            <a:off x="68376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8" name="Moon 2277"/>
          <p:cNvSpPr/>
          <p:nvPr userDrawn="1"/>
        </p:nvSpPr>
        <p:spPr>
          <a:xfrm>
            <a:off x="68376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9" name="Rectangle 2278"/>
          <p:cNvSpPr/>
          <p:nvPr userDrawn="1"/>
        </p:nvSpPr>
        <p:spPr>
          <a:xfrm>
            <a:off x="380904" y="3046918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0" name="Oval 2279"/>
          <p:cNvSpPr/>
          <p:nvPr userDrawn="1"/>
        </p:nvSpPr>
        <p:spPr>
          <a:xfrm>
            <a:off x="449280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1" name="Moon 2280"/>
          <p:cNvSpPr/>
          <p:nvPr userDrawn="1"/>
        </p:nvSpPr>
        <p:spPr>
          <a:xfrm>
            <a:off x="449280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2" name="Rectangle 2281"/>
          <p:cNvSpPr/>
          <p:nvPr userDrawn="1"/>
        </p:nvSpPr>
        <p:spPr>
          <a:xfrm>
            <a:off x="761807" y="3046918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3" name="Oval 2282"/>
          <p:cNvSpPr/>
          <p:nvPr userDrawn="1"/>
        </p:nvSpPr>
        <p:spPr>
          <a:xfrm>
            <a:off x="830183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4" name="Moon 2283"/>
          <p:cNvSpPr/>
          <p:nvPr userDrawn="1"/>
        </p:nvSpPr>
        <p:spPr>
          <a:xfrm>
            <a:off x="830183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5" name="Rectangle 2284"/>
          <p:cNvSpPr/>
          <p:nvPr userDrawn="1"/>
        </p:nvSpPr>
        <p:spPr>
          <a:xfrm>
            <a:off x="1142711" y="3046918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6" name="Oval 2285"/>
          <p:cNvSpPr/>
          <p:nvPr userDrawn="1"/>
        </p:nvSpPr>
        <p:spPr>
          <a:xfrm>
            <a:off x="1211087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7" name="Moon 2286"/>
          <p:cNvSpPr/>
          <p:nvPr userDrawn="1"/>
        </p:nvSpPr>
        <p:spPr>
          <a:xfrm>
            <a:off x="1211087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8" name="Rectangle 2287"/>
          <p:cNvSpPr/>
          <p:nvPr userDrawn="1"/>
        </p:nvSpPr>
        <p:spPr>
          <a:xfrm>
            <a:off x="1523614" y="3046918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9" name="Oval 2288"/>
          <p:cNvSpPr/>
          <p:nvPr userDrawn="1"/>
        </p:nvSpPr>
        <p:spPr>
          <a:xfrm>
            <a:off x="1591990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0" name="Moon 2289"/>
          <p:cNvSpPr/>
          <p:nvPr userDrawn="1"/>
        </p:nvSpPr>
        <p:spPr>
          <a:xfrm>
            <a:off x="1591990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1" name="Rectangle 2290"/>
          <p:cNvSpPr/>
          <p:nvPr userDrawn="1"/>
        </p:nvSpPr>
        <p:spPr>
          <a:xfrm>
            <a:off x="7237167" y="304691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2" name="Oval 2291"/>
          <p:cNvSpPr/>
          <p:nvPr userDrawn="1"/>
        </p:nvSpPr>
        <p:spPr>
          <a:xfrm>
            <a:off x="7305543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3" name="Moon 2292"/>
          <p:cNvSpPr/>
          <p:nvPr userDrawn="1"/>
        </p:nvSpPr>
        <p:spPr>
          <a:xfrm>
            <a:off x="7305543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4" name="Rectangle 2293"/>
          <p:cNvSpPr/>
          <p:nvPr userDrawn="1"/>
        </p:nvSpPr>
        <p:spPr>
          <a:xfrm>
            <a:off x="7618070" y="3046918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5" name="Oval 2294"/>
          <p:cNvSpPr/>
          <p:nvPr userDrawn="1"/>
        </p:nvSpPr>
        <p:spPr>
          <a:xfrm>
            <a:off x="7686446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6" name="Moon 2295"/>
          <p:cNvSpPr/>
          <p:nvPr userDrawn="1"/>
        </p:nvSpPr>
        <p:spPr>
          <a:xfrm>
            <a:off x="7686446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7" name="Rectangle 2296"/>
          <p:cNvSpPr/>
          <p:nvPr userDrawn="1"/>
        </p:nvSpPr>
        <p:spPr>
          <a:xfrm>
            <a:off x="7998974" y="3046918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8" name="Oval 2297"/>
          <p:cNvSpPr/>
          <p:nvPr userDrawn="1"/>
        </p:nvSpPr>
        <p:spPr>
          <a:xfrm>
            <a:off x="8067350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9" name="Moon 2298"/>
          <p:cNvSpPr/>
          <p:nvPr userDrawn="1"/>
        </p:nvSpPr>
        <p:spPr>
          <a:xfrm>
            <a:off x="8067350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0" name="Rectangle 2299"/>
          <p:cNvSpPr/>
          <p:nvPr userDrawn="1"/>
        </p:nvSpPr>
        <p:spPr>
          <a:xfrm>
            <a:off x="8379877" y="304691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01" name="Oval 2300"/>
          <p:cNvSpPr/>
          <p:nvPr userDrawn="1"/>
        </p:nvSpPr>
        <p:spPr>
          <a:xfrm>
            <a:off x="8448253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2" name="Moon 2301"/>
          <p:cNvSpPr/>
          <p:nvPr userDrawn="1"/>
        </p:nvSpPr>
        <p:spPr>
          <a:xfrm>
            <a:off x="8448253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3" name="Rectangle 2302"/>
          <p:cNvSpPr/>
          <p:nvPr userDrawn="1"/>
        </p:nvSpPr>
        <p:spPr>
          <a:xfrm>
            <a:off x="8760781" y="304691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04" name="Oval 2303"/>
          <p:cNvSpPr/>
          <p:nvPr userDrawn="1"/>
        </p:nvSpPr>
        <p:spPr>
          <a:xfrm>
            <a:off x="8829157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5" name="Moon 2304"/>
          <p:cNvSpPr/>
          <p:nvPr userDrawn="1"/>
        </p:nvSpPr>
        <p:spPr>
          <a:xfrm>
            <a:off x="8829157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6" name="Rectangle 2305"/>
          <p:cNvSpPr/>
          <p:nvPr userDrawn="1"/>
        </p:nvSpPr>
        <p:spPr>
          <a:xfrm>
            <a:off x="0" y="266605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7" name="Oval 2306"/>
          <p:cNvSpPr/>
          <p:nvPr userDrawn="1"/>
        </p:nvSpPr>
        <p:spPr>
          <a:xfrm>
            <a:off x="68376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8" name="Moon 2307"/>
          <p:cNvSpPr/>
          <p:nvPr userDrawn="1"/>
        </p:nvSpPr>
        <p:spPr>
          <a:xfrm>
            <a:off x="68376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9" name="Rectangle 2308"/>
          <p:cNvSpPr/>
          <p:nvPr userDrawn="1"/>
        </p:nvSpPr>
        <p:spPr>
          <a:xfrm>
            <a:off x="380904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10" name="Oval 2309"/>
          <p:cNvSpPr/>
          <p:nvPr userDrawn="1"/>
        </p:nvSpPr>
        <p:spPr>
          <a:xfrm>
            <a:off x="449280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1" name="Moon 2310"/>
          <p:cNvSpPr/>
          <p:nvPr userDrawn="1"/>
        </p:nvSpPr>
        <p:spPr>
          <a:xfrm>
            <a:off x="449280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2" name="Rectangle 2311"/>
          <p:cNvSpPr/>
          <p:nvPr userDrawn="1"/>
        </p:nvSpPr>
        <p:spPr>
          <a:xfrm>
            <a:off x="761807" y="266605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3" name="Oval 2312"/>
          <p:cNvSpPr/>
          <p:nvPr userDrawn="1"/>
        </p:nvSpPr>
        <p:spPr>
          <a:xfrm>
            <a:off x="830183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4" name="Moon 2313"/>
          <p:cNvSpPr/>
          <p:nvPr userDrawn="1"/>
        </p:nvSpPr>
        <p:spPr>
          <a:xfrm>
            <a:off x="830183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5" name="Rectangle 2314"/>
          <p:cNvSpPr/>
          <p:nvPr userDrawn="1"/>
        </p:nvSpPr>
        <p:spPr>
          <a:xfrm>
            <a:off x="1142711" y="266605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6" name="Oval 2315"/>
          <p:cNvSpPr/>
          <p:nvPr userDrawn="1"/>
        </p:nvSpPr>
        <p:spPr>
          <a:xfrm>
            <a:off x="1211087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7" name="Moon 2316"/>
          <p:cNvSpPr/>
          <p:nvPr userDrawn="1"/>
        </p:nvSpPr>
        <p:spPr>
          <a:xfrm>
            <a:off x="1211087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8" name="Rectangle 2317"/>
          <p:cNvSpPr/>
          <p:nvPr userDrawn="1"/>
        </p:nvSpPr>
        <p:spPr>
          <a:xfrm>
            <a:off x="1523614" y="266605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9" name="Oval 2318"/>
          <p:cNvSpPr/>
          <p:nvPr userDrawn="1"/>
        </p:nvSpPr>
        <p:spPr>
          <a:xfrm>
            <a:off x="1591990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0" name="Moon 2319"/>
          <p:cNvSpPr/>
          <p:nvPr userDrawn="1"/>
        </p:nvSpPr>
        <p:spPr>
          <a:xfrm>
            <a:off x="1591990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1" name="Rectangle 2320"/>
          <p:cNvSpPr/>
          <p:nvPr userDrawn="1"/>
        </p:nvSpPr>
        <p:spPr>
          <a:xfrm>
            <a:off x="7237167" y="266605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2" name="Oval 2321"/>
          <p:cNvSpPr/>
          <p:nvPr userDrawn="1"/>
        </p:nvSpPr>
        <p:spPr>
          <a:xfrm>
            <a:off x="7305543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3" name="Moon 2322"/>
          <p:cNvSpPr/>
          <p:nvPr userDrawn="1"/>
        </p:nvSpPr>
        <p:spPr>
          <a:xfrm>
            <a:off x="7305543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4" name="Rectangle 2323"/>
          <p:cNvSpPr/>
          <p:nvPr userDrawn="1"/>
        </p:nvSpPr>
        <p:spPr>
          <a:xfrm>
            <a:off x="7618070" y="266605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5" name="Oval 2324"/>
          <p:cNvSpPr/>
          <p:nvPr userDrawn="1"/>
        </p:nvSpPr>
        <p:spPr>
          <a:xfrm>
            <a:off x="7686446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6" name="Moon 2325"/>
          <p:cNvSpPr/>
          <p:nvPr userDrawn="1"/>
        </p:nvSpPr>
        <p:spPr>
          <a:xfrm>
            <a:off x="7686446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7" name="Rectangle 2326"/>
          <p:cNvSpPr/>
          <p:nvPr userDrawn="1"/>
        </p:nvSpPr>
        <p:spPr>
          <a:xfrm>
            <a:off x="7998974" y="266605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8" name="Oval 2327"/>
          <p:cNvSpPr/>
          <p:nvPr userDrawn="1"/>
        </p:nvSpPr>
        <p:spPr>
          <a:xfrm>
            <a:off x="8067350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9" name="Moon 2328"/>
          <p:cNvSpPr/>
          <p:nvPr userDrawn="1"/>
        </p:nvSpPr>
        <p:spPr>
          <a:xfrm>
            <a:off x="8067350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0" name="Rectangle 2329"/>
          <p:cNvSpPr/>
          <p:nvPr userDrawn="1"/>
        </p:nvSpPr>
        <p:spPr>
          <a:xfrm>
            <a:off x="8379877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31" name="Oval 2330"/>
          <p:cNvSpPr/>
          <p:nvPr userDrawn="1"/>
        </p:nvSpPr>
        <p:spPr>
          <a:xfrm>
            <a:off x="8448253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2" name="Moon 2331"/>
          <p:cNvSpPr/>
          <p:nvPr userDrawn="1"/>
        </p:nvSpPr>
        <p:spPr>
          <a:xfrm>
            <a:off x="8448253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3" name="Rectangle 2332"/>
          <p:cNvSpPr/>
          <p:nvPr userDrawn="1"/>
        </p:nvSpPr>
        <p:spPr>
          <a:xfrm>
            <a:off x="8760781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34" name="Oval 2333"/>
          <p:cNvSpPr/>
          <p:nvPr userDrawn="1"/>
        </p:nvSpPr>
        <p:spPr>
          <a:xfrm>
            <a:off x="8829157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5" name="Moon 2334"/>
          <p:cNvSpPr/>
          <p:nvPr userDrawn="1"/>
        </p:nvSpPr>
        <p:spPr>
          <a:xfrm>
            <a:off x="8829157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6" name="Rectangle 2335"/>
          <p:cNvSpPr/>
          <p:nvPr userDrawn="1"/>
        </p:nvSpPr>
        <p:spPr>
          <a:xfrm>
            <a:off x="0" y="228518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7" name="Oval 2336"/>
          <p:cNvSpPr/>
          <p:nvPr userDrawn="1"/>
        </p:nvSpPr>
        <p:spPr>
          <a:xfrm>
            <a:off x="68376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8" name="Moon 2337"/>
          <p:cNvSpPr/>
          <p:nvPr userDrawn="1"/>
        </p:nvSpPr>
        <p:spPr>
          <a:xfrm>
            <a:off x="68376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9" name="Rectangle 2338"/>
          <p:cNvSpPr/>
          <p:nvPr userDrawn="1"/>
        </p:nvSpPr>
        <p:spPr>
          <a:xfrm>
            <a:off x="380904" y="228518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0" name="Oval 2339"/>
          <p:cNvSpPr/>
          <p:nvPr userDrawn="1"/>
        </p:nvSpPr>
        <p:spPr>
          <a:xfrm>
            <a:off x="449280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1" name="Moon 2340"/>
          <p:cNvSpPr/>
          <p:nvPr userDrawn="1"/>
        </p:nvSpPr>
        <p:spPr>
          <a:xfrm>
            <a:off x="449280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2" name="Rectangle 2341"/>
          <p:cNvSpPr/>
          <p:nvPr userDrawn="1"/>
        </p:nvSpPr>
        <p:spPr>
          <a:xfrm>
            <a:off x="761807" y="228518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3" name="Oval 2342"/>
          <p:cNvSpPr/>
          <p:nvPr userDrawn="1"/>
        </p:nvSpPr>
        <p:spPr>
          <a:xfrm>
            <a:off x="830183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4" name="Moon 2343"/>
          <p:cNvSpPr/>
          <p:nvPr userDrawn="1"/>
        </p:nvSpPr>
        <p:spPr>
          <a:xfrm>
            <a:off x="830183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5" name="Rectangle 2344"/>
          <p:cNvSpPr/>
          <p:nvPr userDrawn="1"/>
        </p:nvSpPr>
        <p:spPr>
          <a:xfrm>
            <a:off x="1142711" y="2285189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6" name="Oval 2345"/>
          <p:cNvSpPr/>
          <p:nvPr userDrawn="1"/>
        </p:nvSpPr>
        <p:spPr>
          <a:xfrm>
            <a:off x="1211087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7" name="Moon 2346"/>
          <p:cNvSpPr/>
          <p:nvPr userDrawn="1"/>
        </p:nvSpPr>
        <p:spPr>
          <a:xfrm>
            <a:off x="1211087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8" name="Rectangle 2347"/>
          <p:cNvSpPr/>
          <p:nvPr userDrawn="1"/>
        </p:nvSpPr>
        <p:spPr>
          <a:xfrm>
            <a:off x="1523614" y="2285189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9" name="Oval 2348"/>
          <p:cNvSpPr/>
          <p:nvPr userDrawn="1"/>
        </p:nvSpPr>
        <p:spPr>
          <a:xfrm>
            <a:off x="1591990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0" name="Moon 2349"/>
          <p:cNvSpPr/>
          <p:nvPr userDrawn="1"/>
        </p:nvSpPr>
        <p:spPr>
          <a:xfrm>
            <a:off x="1591990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1" name="Rectangle 2350"/>
          <p:cNvSpPr/>
          <p:nvPr userDrawn="1"/>
        </p:nvSpPr>
        <p:spPr>
          <a:xfrm>
            <a:off x="7237167" y="228518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2" name="Oval 2351"/>
          <p:cNvSpPr/>
          <p:nvPr userDrawn="1"/>
        </p:nvSpPr>
        <p:spPr>
          <a:xfrm>
            <a:off x="7305543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3" name="Moon 2352"/>
          <p:cNvSpPr/>
          <p:nvPr userDrawn="1"/>
        </p:nvSpPr>
        <p:spPr>
          <a:xfrm>
            <a:off x="7305543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4" name="Rectangle 2353"/>
          <p:cNvSpPr/>
          <p:nvPr userDrawn="1"/>
        </p:nvSpPr>
        <p:spPr>
          <a:xfrm>
            <a:off x="7618070" y="228518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5" name="Oval 2354"/>
          <p:cNvSpPr/>
          <p:nvPr userDrawn="1"/>
        </p:nvSpPr>
        <p:spPr>
          <a:xfrm>
            <a:off x="7686446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6" name="Moon 2355"/>
          <p:cNvSpPr/>
          <p:nvPr userDrawn="1"/>
        </p:nvSpPr>
        <p:spPr>
          <a:xfrm>
            <a:off x="7686446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7" name="Rectangle 2356"/>
          <p:cNvSpPr/>
          <p:nvPr userDrawn="1"/>
        </p:nvSpPr>
        <p:spPr>
          <a:xfrm>
            <a:off x="7998974" y="228518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8" name="Oval 2357"/>
          <p:cNvSpPr/>
          <p:nvPr userDrawn="1"/>
        </p:nvSpPr>
        <p:spPr>
          <a:xfrm>
            <a:off x="8067350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9" name="Moon 2358"/>
          <p:cNvSpPr/>
          <p:nvPr userDrawn="1"/>
        </p:nvSpPr>
        <p:spPr>
          <a:xfrm>
            <a:off x="8067350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0" name="Rectangle 2359"/>
          <p:cNvSpPr/>
          <p:nvPr userDrawn="1"/>
        </p:nvSpPr>
        <p:spPr>
          <a:xfrm>
            <a:off x="8379877" y="228518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61" name="Oval 2360"/>
          <p:cNvSpPr/>
          <p:nvPr userDrawn="1"/>
        </p:nvSpPr>
        <p:spPr>
          <a:xfrm>
            <a:off x="8448253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2" name="Moon 2361"/>
          <p:cNvSpPr/>
          <p:nvPr userDrawn="1"/>
        </p:nvSpPr>
        <p:spPr>
          <a:xfrm>
            <a:off x="8448253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3" name="Rectangle 2362"/>
          <p:cNvSpPr/>
          <p:nvPr userDrawn="1"/>
        </p:nvSpPr>
        <p:spPr>
          <a:xfrm>
            <a:off x="8760781" y="228518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64" name="Oval 2363"/>
          <p:cNvSpPr/>
          <p:nvPr userDrawn="1"/>
        </p:nvSpPr>
        <p:spPr>
          <a:xfrm>
            <a:off x="8829157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5" name="Moon 2364"/>
          <p:cNvSpPr/>
          <p:nvPr userDrawn="1"/>
        </p:nvSpPr>
        <p:spPr>
          <a:xfrm>
            <a:off x="8829157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6" name="Rectangle 2365"/>
          <p:cNvSpPr/>
          <p:nvPr userDrawn="1"/>
        </p:nvSpPr>
        <p:spPr>
          <a:xfrm>
            <a:off x="0" y="190432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67" name="Oval 2366"/>
          <p:cNvSpPr/>
          <p:nvPr userDrawn="1"/>
        </p:nvSpPr>
        <p:spPr>
          <a:xfrm>
            <a:off x="68376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8" name="Moon 2367"/>
          <p:cNvSpPr/>
          <p:nvPr userDrawn="1"/>
        </p:nvSpPr>
        <p:spPr>
          <a:xfrm>
            <a:off x="68376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9" name="Rectangle 2368"/>
          <p:cNvSpPr/>
          <p:nvPr userDrawn="1"/>
        </p:nvSpPr>
        <p:spPr>
          <a:xfrm>
            <a:off x="380904" y="190432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0" name="Oval 2369"/>
          <p:cNvSpPr/>
          <p:nvPr userDrawn="1"/>
        </p:nvSpPr>
        <p:spPr>
          <a:xfrm>
            <a:off x="449280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1" name="Moon 2370"/>
          <p:cNvSpPr/>
          <p:nvPr userDrawn="1"/>
        </p:nvSpPr>
        <p:spPr>
          <a:xfrm>
            <a:off x="449280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2" name="Rectangle 2371"/>
          <p:cNvSpPr/>
          <p:nvPr userDrawn="1"/>
        </p:nvSpPr>
        <p:spPr>
          <a:xfrm>
            <a:off x="761807" y="190432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3" name="Oval 2372"/>
          <p:cNvSpPr/>
          <p:nvPr userDrawn="1"/>
        </p:nvSpPr>
        <p:spPr>
          <a:xfrm>
            <a:off x="830183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4" name="Moon 2373"/>
          <p:cNvSpPr/>
          <p:nvPr userDrawn="1"/>
        </p:nvSpPr>
        <p:spPr>
          <a:xfrm>
            <a:off x="830183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5" name="Rectangle 2374"/>
          <p:cNvSpPr/>
          <p:nvPr userDrawn="1"/>
        </p:nvSpPr>
        <p:spPr>
          <a:xfrm>
            <a:off x="1142711" y="190432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6" name="Oval 2375"/>
          <p:cNvSpPr/>
          <p:nvPr userDrawn="1"/>
        </p:nvSpPr>
        <p:spPr>
          <a:xfrm>
            <a:off x="1211087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7" name="Moon 2376"/>
          <p:cNvSpPr/>
          <p:nvPr userDrawn="1"/>
        </p:nvSpPr>
        <p:spPr>
          <a:xfrm>
            <a:off x="1211087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8" name="Rectangle 2377"/>
          <p:cNvSpPr/>
          <p:nvPr userDrawn="1"/>
        </p:nvSpPr>
        <p:spPr>
          <a:xfrm>
            <a:off x="1523614" y="190432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9" name="Oval 2378"/>
          <p:cNvSpPr/>
          <p:nvPr userDrawn="1"/>
        </p:nvSpPr>
        <p:spPr>
          <a:xfrm>
            <a:off x="1591990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0" name="Moon 2379"/>
          <p:cNvSpPr/>
          <p:nvPr userDrawn="1"/>
        </p:nvSpPr>
        <p:spPr>
          <a:xfrm>
            <a:off x="1591990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1" name="Rectangle 2380"/>
          <p:cNvSpPr/>
          <p:nvPr userDrawn="1"/>
        </p:nvSpPr>
        <p:spPr>
          <a:xfrm>
            <a:off x="7237167" y="190432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82" name="Oval 2381"/>
          <p:cNvSpPr/>
          <p:nvPr userDrawn="1"/>
        </p:nvSpPr>
        <p:spPr>
          <a:xfrm>
            <a:off x="7305543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3" name="Moon 2382"/>
          <p:cNvSpPr/>
          <p:nvPr userDrawn="1"/>
        </p:nvSpPr>
        <p:spPr>
          <a:xfrm>
            <a:off x="7305543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4" name="Rectangle 2383"/>
          <p:cNvSpPr/>
          <p:nvPr userDrawn="1"/>
        </p:nvSpPr>
        <p:spPr>
          <a:xfrm>
            <a:off x="7618070" y="190432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5" name="Oval 2384"/>
          <p:cNvSpPr/>
          <p:nvPr userDrawn="1"/>
        </p:nvSpPr>
        <p:spPr>
          <a:xfrm>
            <a:off x="7686446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6" name="Moon 2385"/>
          <p:cNvSpPr/>
          <p:nvPr userDrawn="1"/>
        </p:nvSpPr>
        <p:spPr>
          <a:xfrm>
            <a:off x="7686446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7" name="Rectangle 2386"/>
          <p:cNvSpPr/>
          <p:nvPr userDrawn="1"/>
        </p:nvSpPr>
        <p:spPr>
          <a:xfrm>
            <a:off x="7998974" y="190432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8" name="Oval 2387"/>
          <p:cNvSpPr/>
          <p:nvPr userDrawn="1"/>
        </p:nvSpPr>
        <p:spPr>
          <a:xfrm>
            <a:off x="8067350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9" name="Moon 2388"/>
          <p:cNvSpPr/>
          <p:nvPr userDrawn="1"/>
        </p:nvSpPr>
        <p:spPr>
          <a:xfrm>
            <a:off x="8067350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0" name="Rectangle 2389"/>
          <p:cNvSpPr/>
          <p:nvPr userDrawn="1"/>
        </p:nvSpPr>
        <p:spPr>
          <a:xfrm>
            <a:off x="8379877" y="190432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1" name="Oval 2390"/>
          <p:cNvSpPr/>
          <p:nvPr userDrawn="1"/>
        </p:nvSpPr>
        <p:spPr>
          <a:xfrm>
            <a:off x="8448253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2" name="Moon 2391"/>
          <p:cNvSpPr/>
          <p:nvPr userDrawn="1"/>
        </p:nvSpPr>
        <p:spPr>
          <a:xfrm>
            <a:off x="8448253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3" name="Rectangle 2392"/>
          <p:cNvSpPr/>
          <p:nvPr userDrawn="1"/>
        </p:nvSpPr>
        <p:spPr>
          <a:xfrm>
            <a:off x="8760781" y="190432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4" name="Oval 2393"/>
          <p:cNvSpPr/>
          <p:nvPr userDrawn="1"/>
        </p:nvSpPr>
        <p:spPr>
          <a:xfrm>
            <a:off x="8829157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5" name="Moon 2394"/>
          <p:cNvSpPr/>
          <p:nvPr userDrawn="1"/>
        </p:nvSpPr>
        <p:spPr>
          <a:xfrm>
            <a:off x="8829157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6" name="Rectangle 2395"/>
          <p:cNvSpPr/>
          <p:nvPr userDrawn="1"/>
        </p:nvSpPr>
        <p:spPr>
          <a:xfrm>
            <a:off x="0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97" name="Oval 2396"/>
          <p:cNvSpPr/>
          <p:nvPr userDrawn="1"/>
        </p:nvSpPr>
        <p:spPr>
          <a:xfrm>
            <a:off x="68376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8" name="Moon 2397"/>
          <p:cNvSpPr/>
          <p:nvPr userDrawn="1"/>
        </p:nvSpPr>
        <p:spPr>
          <a:xfrm>
            <a:off x="68376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9" name="Rectangle 2398"/>
          <p:cNvSpPr/>
          <p:nvPr userDrawn="1"/>
        </p:nvSpPr>
        <p:spPr>
          <a:xfrm>
            <a:off x="380904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00" name="Oval 2399"/>
          <p:cNvSpPr/>
          <p:nvPr userDrawn="1"/>
        </p:nvSpPr>
        <p:spPr>
          <a:xfrm>
            <a:off x="449280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1" name="Moon 2400"/>
          <p:cNvSpPr/>
          <p:nvPr userDrawn="1"/>
        </p:nvSpPr>
        <p:spPr>
          <a:xfrm>
            <a:off x="44928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2" name="Rectangle 2401"/>
          <p:cNvSpPr/>
          <p:nvPr userDrawn="1"/>
        </p:nvSpPr>
        <p:spPr>
          <a:xfrm>
            <a:off x="761807" y="1523459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3" name="Oval 2402"/>
          <p:cNvSpPr/>
          <p:nvPr userDrawn="1"/>
        </p:nvSpPr>
        <p:spPr>
          <a:xfrm>
            <a:off x="830183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4" name="Moon 2403"/>
          <p:cNvSpPr/>
          <p:nvPr userDrawn="1"/>
        </p:nvSpPr>
        <p:spPr>
          <a:xfrm>
            <a:off x="830183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5" name="Rectangle 2404"/>
          <p:cNvSpPr/>
          <p:nvPr userDrawn="1"/>
        </p:nvSpPr>
        <p:spPr>
          <a:xfrm>
            <a:off x="1142711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6" name="Oval 2405"/>
          <p:cNvSpPr/>
          <p:nvPr userDrawn="1"/>
        </p:nvSpPr>
        <p:spPr>
          <a:xfrm>
            <a:off x="1211087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7" name="Moon 2406"/>
          <p:cNvSpPr/>
          <p:nvPr userDrawn="1"/>
        </p:nvSpPr>
        <p:spPr>
          <a:xfrm>
            <a:off x="1211087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8" name="Rectangle 2407"/>
          <p:cNvSpPr/>
          <p:nvPr userDrawn="1"/>
        </p:nvSpPr>
        <p:spPr>
          <a:xfrm>
            <a:off x="1523614" y="1523459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9" name="Oval 2408"/>
          <p:cNvSpPr/>
          <p:nvPr userDrawn="1"/>
        </p:nvSpPr>
        <p:spPr>
          <a:xfrm>
            <a:off x="1591990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0" name="Moon 2409"/>
          <p:cNvSpPr/>
          <p:nvPr userDrawn="1"/>
        </p:nvSpPr>
        <p:spPr>
          <a:xfrm>
            <a:off x="159199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1" name="Rectangle 2410"/>
          <p:cNvSpPr/>
          <p:nvPr userDrawn="1"/>
        </p:nvSpPr>
        <p:spPr>
          <a:xfrm>
            <a:off x="7237167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12" name="Oval 2411"/>
          <p:cNvSpPr/>
          <p:nvPr userDrawn="1"/>
        </p:nvSpPr>
        <p:spPr>
          <a:xfrm>
            <a:off x="7305543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3" name="Moon 2412"/>
          <p:cNvSpPr/>
          <p:nvPr userDrawn="1"/>
        </p:nvSpPr>
        <p:spPr>
          <a:xfrm>
            <a:off x="7305543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4" name="Rectangle 2413"/>
          <p:cNvSpPr/>
          <p:nvPr userDrawn="1"/>
        </p:nvSpPr>
        <p:spPr>
          <a:xfrm>
            <a:off x="7618070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15" name="Oval 2414"/>
          <p:cNvSpPr/>
          <p:nvPr userDrawn="1"/>
        </p:nvSpPr>
        <p:spPr>
          <a:xfrm>
            <a:off x="7686446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6" name="Moon 2415"/>
          <p:cNvSpPr/>
          <p:nvPr userDrawn="1"/>
        </p:nvSpPr>
        <p:spPr>
          <a:xfrm>
            <a:off x="7686446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7" name="Rectangle 2416"/>
          <p:cNvSpPr/>
          <p:nvPr userDrawn="1"/>
        </p:nvSpPr>
        <p:spPr>
          <a:xfrm>
            <a:off x="7998974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8" name="Oval 2417"/>
          <p:cNvSpPr/>
          <p:nvPr userDrawn="1"/>
        </p:nvSpPr>
        <p:spPr>
          <a:xfrm>
            <a:off x="8067350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9" name="Moon 2418"/>
          <p:cNvSpPr/>
          <p:nvPr userDrawn="1"/>
        </p:nvSpPr>
        <p:spPr>
          <a:xfrm>
            <a:off x="806735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0" name="Rectangle 2419"/>
          <p:cNvSpPr/>
          <p:nvPr userDrawn="1"/>
        </p:nvSpPr>
        <p:spPr>
          <a:xfrm>
            <a:off x="8379877" y="1523459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1" name="Oval 2420"/>
          <p:cNvSpPr/>
          <p:nvPr userDrawn="1"/>
        </p:nvSpPr>
        <p:spPr>
          <a:xfrm>
            <a:off x="8448253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2" name="Moon 2421"/>
          <p:cNvSpPr/>
          <p:nvPr userDrawn="1"/>
        </p:nvSpPr>
        <p:spPr>
          <a:xfrm>
            <a:off x="8448253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3" name="Rectangle 2422"/>
          <p:cNvSpPr/>
          <p:nvPr userDrawn="1"/>
        </p:nvSpPr>
        <p:spPr>
          <a:xfrm>
            <a:off x="8760781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4" name="Oval 2423"/>
          <p:cNvSpPr/>
          <p:nvPr userDrawn="1"/>
        </p:nvSpPr>
        <p:spPr>
          <a:xfrm>
            <a:off x="8829157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5" name="Moon 2424"/>
          <p:cNvSpPr/>
          <p:nvPr userDrawn="1"/>
        </p:nvSpPr>
        <p:spPr>
          <a:xfrm>
            <a:off x="8829157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6" name="Rectangle 2425"/>
          <p:cNvSpPr/>
          <p:nvPr userDrawn="1"/>
        </p:nvSpPr>
        <p:spPr>
          <a:xfrm>
            <a:off x="0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27" name="Oval 2426"/>
          <p:cNvSpPr/>
          <p:nvPr userDrawn="1"/>
        </p:nvSpPr>
        <p:spPr>
          <a:xfrm>
            <a:off x="68376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8" name="Moon 2427"/>
          <p:cNvSpPr/>
          <p:nvPr userDrawn="1"/>
        </p:nvSpPr>
        <p:spPr>
          <a:xfrm>
            <a:off x="6837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9" name="Rectangle 2428"/>
          <p:cNvSpPr/>
          <p:nvPr userDrawn="1"/>
        </p:nvSpPr>
        <p:spPr>
          <a:xfrm>
            <a:off x="380904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30" name="Oval 2429"/>
          <p:cNvSpPr/>
          <p:nvPr userDrawn="1"/>
        </p:nvSpPr>
        <p:spPr>
          <a:xfrm>
            <a:off x="449280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1" name="Moon 2430"/>
          <p:cNvSpPr/>
          <p:nvPr userDrawn="1"/>
        </p:nvSpPr>
        <p:spPr>
          <a:xfrm>
            <a:off x="44928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2" name="Rectangle 2431"/>
          <p:cNvSpPr/>
          <p:nvPr userDrawn="1"/>
        </p:nvSpPr>
        <p:spPr>
          <a:xfrm>
            <a:off x="761807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3" name="Oval 2432"/>
          <p:cNvSpPr/>
          <p:nvPr userDrawn="1"/>
        </p:nvSpPr>
        <p:spPr>
          <a:xfrm>
            <a:off x="830183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4" name="Moon 2433"/>
          <p:cNvSpPr/>
          <p:nvPr userDrawn="1"/>
        </p:nvSpPr>
        <p:spPr>
          <a:xfrm>
            <a:off x="83018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5" name="Rectangle 2434"/>
          <p:cNvSpPr/>
          <p:nvPr userDrawn="1"/>
        </p:nvSpPr>
        <p:spPr>
          <a:xfrm>
            <a:off x="1142711" y="114259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6" name="Oval 2435"/>
          <p:cNvSpPr/>
          <p:nvPr userDrawn="1"/>
        </p:nvSpPr>
        <p:spPr>
          <a:xfrm>
            <a:off x="1211087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7" name="Moon 2436"/>
          <p:cNvSpPr/>
          <p:nvPr userDrawn="1"/>
        </p:nvSpPr>
        <p:spPr>
          <a:xfrm>
            <a:off x="121108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8" name="Rectangle 2437"/>
          <p:cNvSpPr/>
          <p:nvPr userDrawn="1"/>
        </p:nvSpPr>
        <p:spPr>
          <a:xfrm>
            <a:off x="1523614" y="114259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9" name="Oval 2438"/>
          <p:cNvSpPr/>
          <p:nvPr userDrawn="1"/>
        </p:nvSpPr>
        <p:spPr>
          <a:xfrm>
            <a:off x="1591990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0" name="Moon 2439"/>
          <p:cNvSpPr/>
          <p:nvPr userDrawn="1"/>
        </p:nvSpPr>
        <p:spPr>
          <a:xfrm>
            <a:off x="159199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1" name="Rectangle 2440"/>
          <p:cNvSpPr/>
          <p:nvPr userDrawn="1"/>
        </p:nvSpPr>
        <p:spPr>
          <a:xfrm>
            <a:off x="1904518" y="114259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2" name="Oval 2441"/>
          <p:cNvSpPr/>
          <p:nvPr userDrawn="1"/>
        </p:nvSpPr>
        <p:spPr>
          <a:xfrm>
            <a:off x="1972894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3" name="Moon 2442"/>
          <p:cNvSpPr/>
          <p:nvPr userDrawn="1"/>
        </p:nvSpPr>
        <p:spPr>
          <a:xfrm>
            <a:off x="1972894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4" name="Rectangle 2443"/>
          <p:cNvSpPr/>
          <p:nvPr userDrawn="1"/>
        </p:nvSpPr>
        <p:spPr>
          <a:xfrm>
            <a:off x="2285421" y="1142594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5" name="Oval 2444"/>
          <p:cNvSpPr/>
          <p:nvPr userDrawn="1"/>
        </p:nvSpPr>
        <p:spPr>
          <a:xfrm>
            <a:off x="2353797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6" name="Moon 2445"/>
          <p:cNvSpPr/>
          <p:nvPr userDrawn="1"/>
        </p:nvSpPr>
        <p:spPr>
          <a:xfrm>
            <a:off x="235379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7" name="Rectangle 2446"/>
          <p:cNvSpPr/>
          <p:nvPr userDrawn="1"/>
        </p:nvSpPr>
        <p:spPr>
          <a:xfrm>
            <a:off x="2666325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8" name="Oval 2447"/>
          <p:cNvSpPr/>
          <p:nvPr userDrawn="1"/>
        </p:nvSpPr>
        <p:spPr>
          <a:xfrm>
            <a:off x="2734701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9" name="Moon 2448"/>
          <p:cNvSpPr/>
          <p:nvPr userDrawn="1"/>
        </p:nvSpPr>
        <p:spPr>
          <a:xfrm>
            <a:off x="2734701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0" name="Rectangle 2449"/>
          <p:cNvSpPr/>
          <p:nvPr userDrawn="1"/>
        </p:nvSpPr>
        <p:spPr>
          <a:xfrm>
            <a:off x="3047228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1" name="Oval 2450"/>
          <p:cNvSpPr/>
          <p:nvPr userDrawn="1"/>
        </p:nvSpPr>
        <p:spPr>
          <a:xfrm>
            <a:off x="3115604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2" name="Moon 2451"/>
          <p:cNvSpPr/>
          <p:nvPr userDrawn="1"/>
        </p:nvSpPr>
        <p:spPr>
          <a:xfrm>
            <a:off x="3115604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3" name="Rectangle 2452"/>
          <p:cNvSpPr/>
          <p:nvPr userDrawn="1"/>
        </p:nvSpPr>
        <p:spPr>
          <a:xfrm>
            <a:off x="3428132" y="1142594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4" name="Oval 2453"/>
          <p:cNvSpPr/>
          <p:nvPr userDrawn="1"/>
        </p:nvSpPr>
        <p:spPr>
          <a:xfrm>
            <a:off x="3496508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5" name="Moon 2454"/>
          <p:cNvSpPr/>
          <p:nvPr userDrawn="1"/>
        </p:nvSpPr>
        <p:spPr>
          <a:xfrm>
            <a:off x="3496508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6" name="Rectangle 2455"/>
          <p:cNvSpPr/>
          <p:nvPr userDrawn="1"/>
        </p:nvSpPr>
        <p:spPr>
          <a:xfrm>
            <a:off x="3809035" y="1142594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7" name="Oval 2456"/>
          <p:cNvSpPr/>
          <p:nvPr userDrawn="1"/>
        </p:nvSpPr>
        <p:spPr>
          <a:xfrm>
            <a:off x="3877411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8" name="Moon 2457"/>
          <p:cNvSpPr/>
          <p:nvPr userDrawn="1"/>
        </p:nvSpPr>
        <p:spPr>
          <a:xfrm>
            <a:off x="3877411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9" name="Rectangle 2458"/>
          <p:cNvSpPr/>
          <p:nvPr userDrawn="1"/>
        </p:nvSpPr>
        <p:spPr>
          <a:xfrm>
            <a:off x="4189939" y="114259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0" name="Oval 2459"/>
          <p:cNvSpPr/>
          <p:nvPr userDrawn="1"/>
        </p:nvSpPr>
        <p:spPr>
          <a:xfrm>
            <a:off x="4258315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1" name="Moon 2460"/>
          <p:cNvSpPr/>
          <p:nvPr userDrawn="1"/>
        </p:nvSpPr>
        <p:spPr>
          <a:xfrm>
            <a:off x="4258315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2" name="Rectangle 2461"/>
          <p:cNvSpPr/>
          <p:nvPr userDrawn="1"/>
        </p:nvSpPr>
        <p:spPr>
          <a:xfrm>
            <a:off x="4570842" y="114259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3" name="Oval 2462"/>
          <p:cNvSpPr/>
          <p:nvPr userDrawn="1"/>
        </p:nvSpPr>
        <p:spPr>
          <a:xfrm>
            <a:off x="4639218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4" name="Moon 2463"/>
          <p:cNvSpPr/>
          <p:nvPr userDrawn="1"/>
        </p:nvSpPr>
        <p:spPr>
          <a:xfrm>
            <a:off x="4639218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5" name="Rectangle 2464"/>
          <p:cNvSpPr/>
          <p:nvPr userDrawn="1"/>
        </p:nvSpPr>
        <p:spPr>
          <a:xfrm>
            <a:off x="4951746" y="114259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6" name="Oval 2465"/>
          <p:cNvSpPr/>
          <p:nvPr userDrawn="1"/>
        </p:nvSpPr>
        <p:spPr>
          <a:xfrm>
            <a:off x="5020122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7" name="Moon 2466"/>
          <p:cNvSpPr/>
          <p:nvPr userDrawn="1"/>
        </p:nvSpPr>
        <p:spPr>
          <a:xfrm>
            <a:off x="5020122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8" name="Rectangle 2467"/>
          <p:cNvSpPr/>
          <p:nvPr userDrawn="1"/>
        </p:nvSpPr>
        <p:spPr>
          <a:xfrm>
            <a:off x="5332649" y="114259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9" name="Oval 2468"/>
          <p:cNvSpPr/>
          <p:nvPr userDrawn="1"/>
        </p:nvSpPr>
        <p:spPr>
          <a:xfrm>
            <a:off x="5401025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0" name="Moon 2469"/>
          <p:cNvSpPr/>
          <p:nvPr userDrawn="1"/>
        </p:nvSpPr>
        <p:spPr>
          <a:xfrm>
            <a:off x="5401025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1" name="Rectangle 2470"/>
          <p:cNvSpPr/>
          <p:nvPr userDrawn="1"/>
        </p:nvSpPr>
        <p:spPr>
          <a:xfrm>
            <a:off x="5713553" y="114259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2" name="Oval 2471"/>
          <p:cNvSpPr/>
          <p:nvPr userDrawn="1"/>
        </p:nvSpPr>
        <p:spPr>
          <a:xfrm>
            <a:off x="5781929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3" name="Moon 2472"/>
          <p:cNvSpPr/>
          <p:nvPr userDrawn="1"/>
        </p:nvSpPr>
        <p:spPr>
          <a:xfrm>
            <a:off x="5781929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4" name="Rectangle 2473"/>
          <p:cNvSpPr/>
          <p:nvPr userDrawn="1"/>
        </p:nvSpPr>
        <p:spPr>
          <a:xfrm>
            <a:off x="6094456" y="114259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5" name="Oval 2474"/>
          <p:cNvSpPr/>
          <p:nvPr userDrawn="1"/>
        </p:nvSpPr>
        <p:spPr>
          <a:xfrm>
            <a:off x="6162832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6" name="Moon 2475"/>
          <p:cNvSpPr/>
          <p:nvPr userDrawn="1"/>
        </p:nvSpPr>
        <p:spPr>
          <a:xfrm>
            <a:off x="6162832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7" name="Rectangle 2476"/>
          <p:cNvSpPr/>
          <p:nvPr userDrawn="1"/>
        </p:nvSpPr>
        <p:spPr>
          <a:xfrm>
            <a:off x="6475360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8" name="Oval 2477"/>
          <p:cNvSpPr/>
          <p:nvPr userDrawn="1"/>
        </p:nvSpPr>
        <p:spPr>
          <a:xfrm>
            <a:off x="6543736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9" name="Moon 2478"/>
          <p:cNvSpPr/>
          <p:nvPr userDrawn="1"/>
        </p:nvSpPr>
        <p:spPr>
          <a:xfrm>
            <a:off x="654373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0" name="Rectangle 2479"/>
          <p:cNvSpPr/>
          <p:nvPr userDrawn="1"/>
        </p:nvSpPr>
        <p:spPr>
          <a:xfrm>
            <a:off x="6856263" y="114259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1" name="Oval 2480"/>
          <p:cNvSpPr/>
          <p:nvPr userDrawn="1"/>
        </p:nvSpPr>
        <p:spPr>
          <a:xfrm>
            <a:off x="6924639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2" name="Moon 2481"/>
          <p:cNvSpPr/>
          <p:nvPr userDrawn="1"/>
        </p:nvSpPr>
        <p:spPr>
          <a:xfrm>
            <a:off x="6924639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3" name="Rectangle 2482"/>
          <p:cNvSpPr/>
          <p:nvPr userDrawn="1"/>
        </p:nvSpPr>
        <p:spPr>
          <a:xfrm>
            <a:off x="7237167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84" name="Oval 2483"/>
          <p:cNvSpPr/>
          <p:nvPr userDrawn="1"/>
        </p:nvSpPr>
        <p:spPr>
          <a:xfrm>
            <a:off x="7305543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5" name="Moon 2484"/>
          <p:cNvSpPr/>
          <p:nvPr userDrawn="1"/>
        </p:nvSpPr>
        <p:spPr>
          <a:xfrm>
            <a:off x="730554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6" name="Rectangle 2485"/>
          <p:cNvSpPr/>
          <p:nvPr userDrawn="1"/>
        </p:nvSpPr>
        <p:spPr>
          <a:xfrm>
            <a:off x="7618070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87" name="Oval 2486"/>
          <p:cNvSpPr/>
          <p:nvPr userDrawn="1"/>
        </p:nvSpPr>
        <p:spPr>
          <a:xfrm>
            <a:off x="7686446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8" name="Moon 2487"/>
          <p:cNvSpPr/>
          <p:nvPr userDrawn="1"/>
        </p:nvSpPr>
        <p:spPr>
          <a:xfrm>
            <a:off x="768644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9" name="Rectangle 2488"/>
          <p:cNvSpPr/>
          <p:nvPr userDrawn="1"/>
        </p:nvSpPr>
        <p:spPr>
          <a:xfrm>
            <a:off x="7998974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0" name="Oval 2489"/>
          <p:cNvSpPr/>
          <p:nvPr userDrawn="1"/>
        </p:nvSpPr>
        <p:spPr>
          <a:xfrm>
            <a:off x="8067350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1" name="Moon 2490"/>
          <p:cNvSpPr/>
          <p:nvPr userDrawn="1"/>
        </p:nvSpPr>
        <p:spPr>
          <a:xfrm>
            <a:off x="806735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2" name="Rectangle 2491"/>
          <p:cNvSpPr/>
          <p:nvPr userDrawn="1"/>
        </p:nvSpPr>
        <p:spPr>
          <a:xfrm>
            <a:off x="8379877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3" name="Oval 2492"/>
          <p:cNvSpPr/>
          <p:nvPr userDrawn="1"/>
        </p:nvSpPr>
        <p:spPr>
          <a:xfrm>
            <a:off x="8448253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4" name="Moon 2493"/>
          <p:cNvSpPr/>
          <p:nvPr userDrawn="1"/>
        </p:nvSpPr>
        <p:spPr>
          <a:xfrm>
            <a:off x="844825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5" name="Rectangle 2494"/>
          <p:cNvSpPr/>
          <p:nvPr userDrawn="1"/>
        </p:nvSpPr>
        <p:spPr>
          <a:xfrm>
            <a:off x="8760781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6" name="Oval 2495"/>
          <p:cNvSpPr/>
          <p:nvPr userDrawn="1"/>
        </p:nvSpPr>
        <p:spPr>
          <a:xfrm>
            <a:off x="8829157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7" name="Moon 2496"/>
          <p:cNvSpPr/>
          <p:nvPr userDrawn="1"/>
        </p:nvSpPr>
        <p:spPr>
          <a:xfrm>
            <a:off x="882915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8" name="Rectangle 2497"/>
          <p:cNvSpPr/>
          <p:nvPr userDrawn="1"/>
        </p:nvSpPr>
        <p:spPr>
          <a:xfrm>
            <a:off x="0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99" name="Oval 2498"/>
          <p:cNvSpPr/>
          <p:nvPr userDrawn="1"/>
        </p:nvSpPr>
        <p:spPr>
          <a:xfrm>
            <a:off x="68376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0" name="Moon 2499"/>
          <p:cNvSpPr/>
          <p:nvPr userDrawn="1"/>
        </p:nvSpPr>
        <p:spPr>
          <a:xfrm>
            <a:off x="6837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1" name="Rectangle 2500"/>
          <p:cNvSpPr/>
          <p:nvPr userDrawn="1"/>
        </p:nvSpPr>
        <p:spPr>
          <a:xfrm>
            <a:off x="380904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02" name="Oval 2501"/>
          <p:cNvSpPr/>
          <p:nvPr userDrawn="1"/>
        </p:nvSpPr>
        <p:spPr>
          <a:xfrm>
            <a:off x="449280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3" name="Moon 2502"/>
          <p:cNvSpPr/>
          <p:nvPr userDrawn="1"/>
        </p:nvSpPr>
        <p:spPr>
          <a:xfrm>
            <a:off x="449280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4" name="Rectangle 2503"/>
          <p:cNvSpPr/>
          <p:nvPr userDrawn="1"/>
        </p:nvSpPr>
        <p:spPr>
          <a:xfrm>
            <a:off x="761807" y="76173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5" name="Oval 2504"/>
          <p:cNvSpPr/>
          <p:nvPr userDrawn="1"/>
        </p:nvSpPr>
        <p:spPr>
          <a:xfrm>
            <a:off x="830183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6" name="Moon 2505"/>
          <p:cNvSpPr/>
          <p:nvPr userDrawn="1"/>
        </p:nvSpPr>
        <p:spPr>
          <a:xfrm>
            <a:off x="830183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7" name="Rectangle 2506"/>
          <p:cNvSpPr/>
          <p:nvPr userDrawn="1"/>
        </p:nvSpPr>
        <p:spPr>
          <a:xfrm>
            <a:off x="1142711" y="76173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8" name="Oval 2507"/>
          <p:cNvSpPr/>
          <p:nvPr userDrawn="1"/>
        </p:nvSpPr>
        <p:spPr>
          <a:xfrm>
            <a:off x="1211087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9" name="Moon 2508"/>
          <p:cNvSpPr/>
          <p:nvPr userDrawn="1"/>
        </p:nvSpPr>
        <p:spPr>
          <a:xfrm>
            <a:off x="121108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0" name="Rectangle 2509"/>
          <p:cNvSpPr/>
          <p:nvPr userDrawn="1"/>
        </p:nvSpPr>
        <p:spPr>
          <a:xfrm>
            <a:off x="1523614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1" name="Oval 2510"/>
          <p:cNvSpPr/>
          <p:nvPr userDrawn="1"/>
        </p:nvSpPr>
        <p:spPr>
          <a:xfrm>
            <a:off x="1591990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2" name="Moon 2511"/>
          <p:cNvSpPr/>
          <p:nvPr userDrawn="1"/>
        </p:nvSpPr>
        <p:spPr>
          <a:xfrm>
            <a:off x="1591990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3" name="Rectangle 2512"/>
          <p:cNvSpPr/>
          <p:nvPr userDrawn="1"/>
        </p:nvSpPr>
        <p:spPr>
          <a:xfrm>
            <a:off x="1904518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4" name="Oval 2513"/>
          <p:cNvSpPr/>
          <p:nvPr userDrawn="1"/>
        </p:nvSpPr>
        <p:spPr>
          <a:xfrm>
            <a:off x="1972894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5" name="Moon 2514"/>
          <p:cNvSpPr/>
          <p:nvPr userDrawn="1"/>
        </p:nvSpPr>
        <p:spPr>
          <a:xfrm>
            <a:off x="1972894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6" name="Rectangle 2515"/>
          <p:cNvSpPr/>
          <p:nvPr userDrawn="1"/>
        </p:nvSpPr>
        <p:spPr>
          <a:xfrm>
            <a:off x="2285421" y="76173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7" name="Oval 2516"/>
          <p:cNvSpPr/>
          <p:nvPr userDrawn="1"/>
        </p:nvSpPr>
        <p:spPr>
          <a:xfrm>
            <a:off x="2353797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8" name="Moon 2517"/>
          <p:cNvSpPr/>
          <p:nvPr userDrawn="1"/>
        </p:nvSpPr>
        <p:spPr>
          <a:xfrm>
            <a:off x="235379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9" name="Rectangle 2518"/>
          <p:cNvSpPr/>
          <p:nvPr userDrawn="1"/>
        </p:nvSpPr>
        <p:spPr>
          <a:xfrm>
            <a:off x="2666325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0" name="Oval 2519"/>
          <p:cNvSpPr/>
          <p:nvPr userDrawn="1"/>
        </p:nvSpPr>
        <p:spPr>
          <a:xfrm>
            <a:off x="2734701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1" name="Moon 2520"/>
          <p:cNvSpPr/>
          <p:nvPr userDrawn="1"/>
        </p:nvSpPr>
        <p:spPr>
          <a:xfrm>
            <a:off x="2734701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2" name="Rectangle 2521"/>
          <p:cNvSpPr/>
          <p:nvPr userDrawn="1"/>
        </p:nvSpPr>
        <p:spPr>
          <a:xfrm>
            <a:off x="3047228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3" name="Oval 2522"/>
          <p:cNvSpPr/>
          <p:nvPr userDrawn="1"/>
        </p:nvSpPr>
        <p:spPr>
          <a:xfrm>
            <a:off x="3115604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4" name="Moon 2523"/>
          <p:cNvSpPr/>
          <p:nvPr userDrawn="1"/>
        </p:nvSpPr>
        <p:spPr>
          <a:xfrm>
            <a:off x="3115604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5" name="Rectangle 2524"/>
          <p:cNvSpPr/>
          <p:nvPr userDrawn="1"/>
        </p:nvSpPr>
        <p:spPr>
          <a:xfrm>
            <a:off x="3428132" y="76173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6" name="Oval 2525"/>
          <p:cNvSpPr/>
          <p:nvPr userDrawn="1"/>
        </p:nvSpPr>
        <p:spPr>
          <a:xfrm>
            <a:off x="3496508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7" name="Moon 2526"/>
          <p:cNvSpPr/>
          <p:nvPr userDrawn="1"/>
        </p:nvSpPr>
        <p:spPr>
          <a:xfrm>
            <a:off x="3496508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8" name="Rectangle 2527"/>
          <p:cNvSpPr/>
          <p:nvPr userDrawn="1"/>
        </p:nvSpPr>
        <p:spPr>
          <a:xfrm>
            <a:off x="3809035" y="76173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9" name="Oval 2528"/>
          <p:cNvSpPr/>
          <p:nvPr userDrawn="1"/>
        </p:nvSpPr>
        <p:spPr>
          <a:xfrm>
            <a:off x="3877411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0" name="Moon 2529"/>
          <p:cNvSpPr/>
          <p:nvPr userDrawn="1"/>
        </p:nvSpPr>
        <p:spPr>
          <a:xfrm>
            <a:off x="3877411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1" name="Rectangle 2530"/>
          <p:cNvSpPr/>
          <p:nvPr userDrawn="1"/>
        </p:nvSpPr>
        <p:spPr>
          <a:xfrm>
            <a:off x="4189939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2" name="Oval 2531"/>
          <p:cNvSpPr/>
          <p:nvPr userDrawn="1"/>
        </p:nvSpPr>
        <p:spPr>
          <a:xfrm>
            <a:off x="4258315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3" name="Moon 2532"/>
          <p:cNvSpPr/>
          <p:nvPr userDrawn="1"/>
        </p:nvSpPr>
        <p:spPr>
          <a:xfrm>
            <a:off x="4258315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4" name="Rectangle 2533"/>
          <p:cNvSpPr/>
          <p:nvPr userDrawn="1"/>
        </p:nvSpPr>
        <p:spPr>
          <a:xfrm>
            <a:off x="4570842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5" name="Oval 2534"/>
          <p:cNvSpPr/>
          <p:nvPr userDrawn="1"/>
        </p:nvSpPr>
        <p:spPr>
          <a:xfrm>
            <a:off x="4639218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6" name="Moon 2535"/>
          <p:cNvSpPr/>
          <p:nvPr userDrawn="1"/>
        </p:nvSpPr>
        <p:spPr>
          <a:xfrm>
            <a:off x="4639218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7" name="Rectangle 2536"/>
          <p:cNvSpPr/>
          <p:nvPr userDrawn="1"/>
        </p:nvSpPr>
        <p:spPr>
          <a:xfrm>
            <a:off x="4951746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8" name="Oval 2537"/>
          <p:cNvSpPr/>
          <p:nvPr userDrawn="1"/>
        </p:nvSpPr>
        <p:spPr>
          <a:xfrm>
            <a:off x="5020122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9" name="Moon 2538"/>
          <p:cNvSpPr/>
          <p:nvPr userDrawn="1"/>
        </p:nvSpPr>
        <p:spPr>
          <a:xfrm>
            <a:off x="5020122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0" name="Rectangle 2539"/>
          <p:cNvSpPr/>
          <p:nvPr userDrawn="1"/>
        </p:nvSpPr>
        <p:spPr>
          <a:xfrm>
            <a:off x="5332649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1" name="Oval 2540"/>
          <p:cNvSpPr/>
          <p:nvPr userDrawn="1"/>
        </p:nvSpPr>
        <p:spPr>
          <a:xfrm>
            <a:off x="5401025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2" name="Moon 2541"/>
          <p:cNvSpPr/>
          <p:nvPr userDrawn="1"/>
        </p:nvSpPr>
        <p:spPr>
          <a:xfrm>
            <a:off x="5401025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3" name="Rectangle 2542"/>
          <p:cNvSpPr/>
          <p:nvPr userDrawn="1"/>
        </p:nvSpPr>
        <p:spPr>
          <a:xfrm>
            <a:off x="5713553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4" name="Oval 2543"/>
          <p:cNvSpPr/>
          <p:nvPr userDrawn="1"/>
        </p:nvSpPr>
        <p:spPr>
          <a:xfrm>
            <a:off x="5781929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5" name="Moon 2544"/>
          <p:cNvSpPr/>
          <p:nvPr userDrawn="1"/>
        </p:nvSpPr>
        <p:spPr>
          <a:xfrm>
            <a:off x="5781929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6" name="Rectangle 2545"/>
          <p:cNvSpPr/>
          <p:nvPr userDrawn="1"/>
        </p:nvSpPr>
        <p:spPr>
          <a:xfrm>
            <a:off x="6094456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7" name="Oval 2546"/>
          <p:cNvSpPr/>
          <p:nvPr userDrawn="1"/>
        </p:nvSpPr>
        <p:spPr>
          <a:xfrm>
            <a:off x="6162832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8" name="Moon 2547"/>
          <p:cNvSpPr/>
          <p:nvPr userDrawn="1"/>
        </p:nvSpPr>
        <p:spPr>
          <a:xfrm>
            <a:off x="6162832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9" name="Rectangle 2548"/>
          <p:cNvSpPr/>
          <p:nvPr userDrawn="1"/>
        </p:nvSpPr>
        <p:spPr>
          <a:xfrm>
            <a:off x="6475360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0" name="Oval 2549"/>
          <p:cNvSpPr/>
          <p:nvPr userDrawn="1"/>
        </p:nvSpPr>
        <p:spPr>
          <a:xfrm>
            <a:off x="6543736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1" name="Moon 2550"/>
          <p:cNvSpPr/>
          <p:nvPr userDrawn="1"/>
        </p:nvSpPr>
        <p:spPr>
          <a:xfrm>
            <a:off x="654373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2" name="Rectangle 2551"/>
          <p:cNvSpPr/>
          <p:nvPr userDrawn="1"/>
        </p:nvSpPr>
        <p:spPr>
          <a:xfrm>
            <a:off x="6856263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3" name="Oval 2552"/>
          <p:cNvSpPr/>
          <p:nvPr userDrawn="1"/>
        </p:nvSpPr>
        <p:spPr>
          <a:xfrm>
            <a:off x="6924639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4" name="Moon 2553"/>
          <p:cNvSpPr/>
          <p:nvPr userDrawn="1"/>
        </p:nvSpPr>
        <p:spPr>
          <a:xfrm>
            <a:off x="6924639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5" name="Rectangle 2554"/>
          <p:cNvSpPr/>
          <p:nvPr userDrawn="1"/>
        </p:nvSpPr>
        <p:spPr>
          <a:xfrm>
            <a:off x="7237167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6" name="Oval 2555"/>
          <p:cNvSpPr/>
          <p:nvPr userDrawn="1"/>
        </p:nvSpPr>
        <p:spPr>
          <a:xfrm>
            <a:off x="7305543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7" name="Moon 2556"/>
          <p:cNvSpPr/>
          <p:nvPr userDrawn="1"/>
        </p:nvSpPr>
        <p:spPr>
          <a:xfrm>
            <a:off x="7305543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8" name="Rectangle 2557"/>
          <p:cNvSpPr/>
          <p:nvPr userDrawn="1"/>
        </p:nvSpPr>
        <p:spPr>
          <a:xfrm>
            <a:off x="7618070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9" name="Oval 2558"/>
          <p:cNvSpPr/>
          <p:nvPr userDrawn="1"/>
        </p:nvSpPr>
        <p:spPr>
          <a:xfrm>
            <a:off x="7686446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0" name="Moon 2559"/>
          <p:cNvSpPr/>
          <p:nvPr userDrawn="1"/>
        </p:nvSpPr>
        <p:spPr>
          <a:xfrm>
            <a:off x="768644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1" name="Rectangle 2560"/>
          <p:cNvSpPr/>
          <p:nvPr userDrawn="1"/>
        </p:nvSpPr>
        <p:spPr>
          <a:xfrm>
            <a:off x="7998974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2" name="Oval 2561"/>
          <p:cNvSpPr/>
          <p:nvPr userDrawn="1"/>
        </p:nvSpPr>
        <p:spPr>
          <a:xfrm>
            <a:off x="8067350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3" name="Moon 2562"/>
          <p:cNvSpPr/>
          <p:nvPr userDrawn="1"/>
        </p:nvSpPr>
        <p:spPr>
          <a:xfrm>
            <a:off x="8067350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4" name="Rectangle 2563"/>
          <p:cNvSpPr/>
          <p:nvPr userDrawn="1"/>
        </p:nvSpPr>
        <p:spPr>
          <a:xfrm>
            <a:off x="8379877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5" name="Oval 2564"/>
          <p:cNvSpPr/>
          <p:nvPr userDrawn="1"/>
        </p:nvSpPr>
        <p:spPr>
          <a:xfrm>
            <a:off x="8448253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6" name="Moon 2565"/>
          <p:cNvSpPr/>
          <p:nvPr userDrawn="1"/>
        </p:nvSpPr>
        <p:spPr>
          <a:xfrm>
            <a:off x="8448253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7" name="Rectangle 2566"/>
          <p:cNvSpPr/>
          <p:nvPr userDrawn="1"/>
        </p:nvSpPr>
        <p:spPr>
          <a:xfrm>
            <a:off x="8760781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8" name="Oval 2567"/>
          <p:cNvSpPr/>
          <p:nvPr userDrawn="1"/>
        </p:nvSpPr>
        <p:spPr>
          <a:xfrm>
            <a:off x="8829157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9" name="Moon 2568"/>
          <p:cNvSpPr/>
          <p:nvPr userDrawn="1"/>
        </p:nvSpPr>
        <p:spPr>
          <a:xfrm>
            <a:off x="882915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0" name="Rectangle 2569"/>
          <p:cNvSpPr/>
          <p:nvPr userDrawn="1"/>
        </p:nvSpPr>
        <p:spPr>
          <a:xfrm>
            <a:off x="0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1" name="Oval 2570"/>
          <p:cNvSpPr/>
          <p:nvPr userDrawn="1"/>
        </p:nvSpPr>
        <p:spPr>
          <a:xfrm>
            <a:off x="6837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2" name="Moon 2571"/>
          <p:cNvSpPr/>
          <p:nvPr userDrawn="1"/>
        </p:nvSpPr>
        <p:spPr>
          <a:xfrm>
            <a:off x="6837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3" name="Rectangle 2572"/>
          <p:cNvSpPr/>
          <p:nvPr userDrawn="1"/>
        </p:nvSpPr>
        <p:spPr>
          <a:xfrm>
            <a:off x="380904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4" name="Oval 2573"/>
          <p:cNvSpPr/>
          <p:nvPr userDrawn="1"/>
        </p:nvSpPr>
        <p:spPr>
          <a:xfrm>
            <a:off x="449280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5" name="Moon 2574"/>
          <p:cNvSpPr/>
          <p:nvPr userDrawn="1"/>
        </p:nvSpPr>
        <p:spPr>
          <a:xfrm>
            <a:off x="44928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6" name="Rectangle 2575"/>
          <p:cNvSpPr/>
          <p:nvPr userDrawn="1"/>
        </p:nvSpPr>
        <p:spPr>
          <a:xfrm>
            <a:off x="761807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7" name="Oval 2576"/>
          <p:cNvSpPr/>
          <p:nvPr userDrawn="1"/>
        </p:nvSpPr>
        <p:spPr>
          <a:xfrm>
            <a:off x="830183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8" name="Moon 2577"/>
          <p:cNvSpPr/>
          <p:nvPr userDrawn="1"/>
        </p:nvSpPr>
        <p:spPr>
          <a:xfrm>
            <a:off x="83018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9" name="Rectangle 2578"/>
          <p:cNvSpPr/>
          <p:nvPr userDrawn="1"/>
        </p:nvSpPr>
        <p:spPr>
          <a:xfrm>
            <a:off x="1142711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0" name="Oval 2579"/>
          <p:cNvSpPr/>
          <p:nvPr userDrawn="1"/>
        </p:nvSpPr>
        <p:spPr>
          <a:xfrm>
            <a:off x="1211087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1" name="Moon 2580"/>
          <p:cNvSpPr/>
          <p:nvPr userDrawn="1"/>
        </p:nvSpPr>
        <p:spPr>
          <a:xfrm>
            <a:off x="121108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2" name="Rectangle 2581"/>
          <p:cNvSpPr/>
          <p:nvPr userDrawn="1"/>
        </p:nvSpPr>
        <p:spPr>
          <a:xfrm>
            <a:off x="1523614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83" name="Oval 2582"/>
          <p:cNvSpPr/>
          <p:nvPr userDrawn="1"/>
        </p:nvSpPr>
        <p:spPr>
          <a:xfrm>
            <a:off x="1591990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4" name="Moon 2583"/>
          <p:cNvSpPr/>
          <p:nvPr userDrawn="1"/>
        </p:nvSpPr>
        <p:spPr>
          <a:xfrm>
            <a:off x="159199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5" name="Rectangle 2584"/>
          <p:cNvSpPr/>
          <p:nvPr userDrawn="1"/>
        </p:nvSpPr>
        <p:spPr>
          <a:xfrm>
            <a:off x="1904518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86" name="Oval 2585"/>
          <p:cNvSpPr/>
          <p:nvPr userDrawn="1"/>
        </p:nvSpPr>
        <p:spPr>
          <a:xfrm>
            <a:off x="1972894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7" name="Moon 2586"/>
          <p:cNvSpPr/>
          <p:nvPr userDrawn="1"/>
        </p:nvSpPr>
        <p:spPr>
          <a:xfrm>
            <a:off x="1972894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8" name="Rectangle 2587"/>
          <p:cNvSpPr/>
          <p:nvPr userDrawn="1"/>
        </p:nvSpPr>
        <p:spPr>
          <a:xfrm>
            <a:off x="2285421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9" name="Oval 2588"/>
          <p:cNvSpPr/>
          <p:nvPr userDrawn="1"/>
        </p:nvSpPr>
        <p:spPr>
          <a:xfrm>
            <a:off x="2353797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0" name="Moon 2589"/>
          <p:cNvSpPr/>
          <p:nvPr userDrawn="1"/>
        </p:nvSpPr>
        <p:spPr>
          <a:xfrm>
            <a:off x="235379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1" name="Rectangle 2590"/>
          <p:cNvSpPr/>
          <p:nvPr userDrawn="1"/>
        </p:nvSpPr>
        <p:spPr>
          <a:xfrm>
            <a:off x="2666325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2" name="Oval 2591"/>
          <p:cNvSpPr/>
          <p:nvPr userDrawn="1"/>
        </p:nvSpPr>
        <p:spPr>
          <a:xfrm>
            <a:off x="2734701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3" name="Moon 2592"/>
          <p:cNvSpPr/>
          <p:nvPr userDrawn="1"/>
        </p:nvSpPr>
        <p:spPr>
          <a:xfrm>
            <a:off x="2734701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4" name="Rectangle 2593"/>
          <p:cNvSpPr/>
          <p:nvPr userDrawn="1"/>
        </p:nvSpPr>
        <p:spPr>
          <a:xfrm>
            <a:off x="3047228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95" name="Oval 2594"/>
          <p:cNvSpPr/>
          <p:nvPr userDrawn="1"/>
        </p:nvSpPr>
        <p:spPr>
          <a:xfrm>
            <a:off x="3115604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6" name="Moon 2595"/>
          <p:cNvSpPr/>
          <p:nvPr userDrawn="1"/>
        </p:nvSpPr>
        <p:spPr>
          <a:xfrm>
            <a:off x="3115604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7" name="Rectangle 2596"/>
          <p:cNvSpPr/>
          <p:nvPr userDrawn="1"/>
        </p:nvSpPr>
        <p:spPr>
          <a:xfrm>
            <a:off x="3428132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8" name="Oval 2597"/>
          <p:cNvSpPr/>
          <p:nvPr userDrawn="1"/>
        </p:nvSpPr>
        <p:spPr>
          <a:xfrm>
            <a:off x="3496508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9" name="Moon 2598"/>
          <p:cNvSpPr/>
          <p:nvPr userDrawn="1"/>
        </p:nvSpPr>
        <p:spPr>
          <a:xfrm>
            <a:off x="3496508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0" name="Rectangle 2599"/>
          <p:cNvSpPr/>
          <p:nvPr userDrawn="1"/>
        </p:nvSpPr>
        <p:spPr>
          <a:xfrm>
            <a:off x="3809035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1" name="Oval 2600"/>
          <p:cNvSpPr/>
          <p:nvPr userDrawn="1"/>
        </p:nvSpPr>
        <p:spPr>
          <a:xfrm>
            <a:off x="3877411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2" name="Moon 2601"/>
          <p:cNvSpPr/>
          <p:nvPr userDrawn="1"/>
        </p:nvSpPr>
        <p:spPr>
          <a:xfrm>
            <a:off x="3877411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3" name="Rectangle 2602"/>
          <p:cNvSpPr/>
          <p:nvPr userDrawn="1"/>
        </p:nvSpPr>
        <p:spPr>
          <a:xfrm>
            <a:off x="4189939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4" name="Oval 2603"/>
          <p:cNvSpPr/>
          <p:nvPr userDrawn="1"/>
        </p:nvSpPr>
        <p:spPr>
          <a:xfrm>
            <a:off x="4258315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5" name="Moon 2604"/>
          <p:cNvSpPr/>
          <p:nvPr userDrawn="1"/>
        </p:nvSpPr>
        <p:spPr>
          <a:xfrm>
            <a:off x="4258315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6" name="Rectangle 2605"/>
          <p:cNvSpPr/>
          <p:nvPr userDrawn="1"/>
        </p:nvSpPr>
        <p:spPr>
          <a:xfrm>
            <a:off x="4570842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7" name="Oval 2606"/>
          <p:cNvSpPr/>
          <p:nvPr userDrawn="1"/>
        </p:nvSpPr>
        <p:spPr>
          <a:xfrm>
            <a:off x="4639218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8" name="Moon 2607"/>
          <p:cNvSpPr/>
          <p:nvPr userDrawn="1"/>
        </p:nvSpPr>
        <p:spPr>
          <a:xfrm>
            <a:off x="4639218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9" name="Rectangle 2608"/>
          <p:cNvSpPr/>
          <p:nvPr userDrawn="1"/>
        </p:nvSpPr>
        <p:spPr>
          <a:xfrm>
            <a:off x="4951746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10" name="Oval 2609"/>
          <p:cNvSpPr/>
          <p:nvPr userDrawn="1"/>
        </p:nvSpPr>
        <p:spPr>
          <a:xfrm>
            <a:off x="5020122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1" name="Moon 2610"/>
          <p:cNvSpPr/>
          <p:nvPr userDrawn="1"/>
        </p:nvSpPr>
        <p:spPr>
          <a:xfrm>
            <a:off x="5020122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2" name="Rectangle 2611"/>
          <p:cNvSpPr/>
          <p:nvPr userDrawn="1"/>
        </p:nvSpPr>
        <p:spPr>
          <a:xfrm>
            <a:off x="5332649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3" name="Oval 2612"/>
          <p:cNvSpPr/>
          <p:nvPr userDrawn="1"/>
        </p:nvSpPr>
        <p:spPr>
          <a:xfrm>
            <a:off x="5401025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4" name="Moon 2613"/>
          <p:cNvSpPr/>
          <p:nvPr userDrawn="1"/>
        </p:nvSpPr>
        <p:spPr>
          <a:xfrm>
            <a:off x="5401025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5" name="Rectangle 2614"/>
          <p:cNvSpPr/>
          <p:nvPr userDrawn="1"/>
        </p:nvSpPr>
        <p:spPr>
          <a:xfrm>
            <a:off x="5713553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6" name="Oval 2615"/>
          <p:cNvSpPr/>
          <p:nvPr userDrawn="1"/>
        </p:nvSpPr>
        <p:spPr>
          <a:xfrm>
            <a:off x="5781929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7" name="Moon 2616"/>
          <p:cNvSpPr/>
          <p:nvPr userDrawn="1"/>
        </p:nvSpPr>
        <p:spPr>
          <a:xfrm>
            <a:off x="5781929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8" name="Rectangle 2617"/>
          <p:cNvSpPr/>
          <p:nvPr userDrawn="1"/>
        </p:nvSpPr>
        <p:spPr>
          <a:xfrm>
            <a:off x="6094456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9" name="Oval 2618"/>
          <p:cNvSpPr/>
          <p:nvPr userDrawn="1"/>
        </p:nvSpPr>
        <p:spPr>
          <a:xfrm>
            <a:off x="6162832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0" name="Moon 2619"/>
          <p:cNvSpPr/>
          <p:nvPr userDrawn="1"/>
        </p:nvSpPr>
        <p:spPr>
          <a:xfrm>
            <a:off x="6162832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1" name="Rectangle 2620"/>
          <p:cNvSpPr/>
          <p:nvPr userDrawn="1"/>
        </p:nvSpPr>
        <p:spPr>
          <a:xfrm>
            <a:off x="6475360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2" name="Oval 2621"/>
          <p:cNvSpPr/>
          <p:nvPr userDrawn="1"/>
        </p:nvSpPr>
        <p:spPr>
          <a:xfrm>
            <a:off x="654373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3" name="Moon 2622"/>
          <p:cNvSpPr/>
          <p:nvPr userDrawn="1"/>
        </p:nvSpPr>
        <p:spPr>
          <a:xfrm>
            <a:off x="654373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4" name="Rectangle 2623"/>
          <p:cNvSpPr/>
          <p:nvPr userDrawn="1"/>
        </p:nvSpPr>
        <p:spPr>
          <a:xfrm>
            <a:off x="6856263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5" name="Oval 2624"/>
          <p:cNvSpPr/>
          <p:nvPr userDrawn="1"/>
        </p:nvSpPr>
        <p:spPr>
          <a:xfrm>
            <a:off x="6924639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6" name="Moon 2625"/>
          <p:cNvSpPr/>
          <p:nvPr userDrawn="1"/>
        </p:nvSpPr>
        <p:spPr>
          <a:xfrm>
            <a:off x="6924639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7" name="Rectangle 2626"/>
          <p:cNvSpPr/>
          <p:nvPr userDrawn="1"/>
        </p:nvSpPr>
        <p:spPr>
          <a:xfrm>
            <a:off x="7237167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8" name="Oval 2627"/>
          <p:cNvSpPr/>
          <p:nvPr userDrawn="1"/>
        </p:nvSpPr>
        <p:spPr>
          <a:xfrm>
            <a:off x="7305543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9" name="Moon 2628"/>
          <p:cNvSpPr/>
          <p:nvPr userDrawn="1"/>
        </p:nvSpPr>
        <p:spPr>
          <a:xfrm>
            <a:off x="730554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0" name="Rectangle 2629"/>
          <p:cNvSpPr/>
          <p:nvPr userDrawn="1"/>
        </p:nvSpPr>
        <p:spPr>
          <a:xfrm>
            <a:off x="7618070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1" name="Oval 2630"/>
          <p:cNvSpPr/>
          <p:nvPr userDrawn="1"/>
        </p:nvSpPr>
        <p:spPr>
          <a:xfrm>
            <a:off x="768644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2" name="Moon 2631"/>
          <p:cNvSpPr/>
          <p:nvPr userDrawn="1"/>
        </p:nvSpPr>
        <p:spPr>
          <a:xfrm>
            <a:off x="768644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3" name="Rectangle 2632"/>
          <p:cNvSpPr/>
          <p:nvPr userDrawn="1"/>
        </p:nvSpPr>
        <p:spPr>
          <a:xfrm>
            <a:off x="7998974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34" name="Oval 2633"/>
          <p:cNvSpPr/>
          <p:nvPr userDrawn="1"/>
        </p:nvSpPr>
        <p:spPr>
          <a:xfrm>
            <a:off x="8067350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5" name="Moon 2634"/>
          <p:cNvSpPr/>
          <p:nvPr userDrawn="1"/>
        </p:nvSpPr>
        <p:spPr>
          <a:xfrm>
            <a:off x="806735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6" name="Rectangle 2635"/>
          <p:cNvSpPr/>
          <p:nvPr userDrawn="1"/>
        </p:nvSpPr>
        <p:spPr>
          <a:xfrm>
            <a:off x="8379877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7" name="Oval 2636"/>
          <p:cNvSpPr/>
          <p:nvPr userDrawn="1"/>
        </p:nvSpPr>
        <p:spPr>
          <a:xfrm>
            <a:off x="8448253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8" name="Moon 2637"/>
          <p:cNvSpPr/>
          <p:nvPr userDrawn="1"/>
        </p:nvSpPr>
        <p:spPr>
          <a:xfrm>
            <a:off x="844825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9" name="Rectangle 2638"/>
          <p:cNvSpPr/>
          <p:nvPr userDrawn="1"/>
        </p:nvSpPr>
        <p:spPr>
          <a:xfrm>
            <a:off x="8760781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0" name="Oval 2639"/>
          <p:cNvSpPr/>
          <p:nvPr userDrawn="1"/>
        </p:nvSpPr>
        <p:spPr>
          <a:xfrm>
            <a:off x="8829157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1" name="Moon 2640"/>
          <p:cNvSpPr/>
          <p:nvPr userDrawn="1"/>
        </p:nvSpPr>
        <p:spPr>
          <a:xfrm>
            <a:off x="882915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2" name="Rectangle 2641"/>
          <p:cNvSpPr/>
          <p:nvPr userDrawn="1"/>
        </p:nvSpPr>
        <p:spPr>
          <a:xfrm>
            <a:off x="0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3" name="Oval 2642"/>
          <p:cNvSpPr/>
          <p:nvPr userDrawn="1"/>
        </p:nvSpPr>
        <p:spPr>
          <a:xfrm>
            <a:off x="6837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4" name="Moon 2643"/>
          <p:cNvSpPr/>
          <p:nvPr userDrawn="1"/>
        </p:nvSpPr>
        <p:spPr>
          <a:xfrm>
            <a:off x="6837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5" name="Rectangle 2644"/>
          <p:cNvSpPr/>
          <p:nvPr userDrawn="1"/>
        </p:nvSpPr>
        <p:spPr>
          <a:xfrm>
            <a:off x="380904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6" name="Oval 2645"/>
          <p:cNvSpPr/>
          <p:nvPr userDrawn="1"/>
        </p:nvSpPr>
        <p:spPr>
          <a:xfrm>
            <a:off x="44928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7" name="Moon 2646"/>
          <p:cNvSpPr/>
          <p:nvPr userDrawn="1"/>
        </p:nvSpPr>
        <p:spPr>
          <a:xfrm>
            <a:off x="44928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8" name="Rectangle 2647"/>
          <p:cNvSpPr/>
          <p:nvPr userDrawn="1"/>
        </p:nvSpPr>
        <p:spPr>
          <a:xfrm>
            <a:off x="761807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9" name="Oval 2648"/>
          <p:cNvSpPr/>
          <p:nvPr userDrawn="1"/>
        </p:nvSpPr>
        <p:spPr>
          <a:xfrm>
            <a:off x="83018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0" name="Moon 2649"/>
          <p:cNvSpPr/>
          <p:nvPr userDrawn="1"/>
        </p:nvSpPr>
        <p:spPr>
          <a:xfrm>
            <a:off x="83018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1" name="Rectangle 2650"/>
          <p:cNvSpPr/>
          <p:nvPr userDrawn="1"/>
        </p:nvSpPr>
        <p:spPr>
          <a:xfrm>
            <a:off x="1142711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2" name="Oval 2651"/>
          <p:cNvSpPr/>
          <p:nvPr userDrawn="1"/>
        </p:nvSpPr>
        <p:spPr>
          <a:xfrm>
            <a:off x="121108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3" name="Moon 2652"/>
          <p:cNvSpPr/>
          <p:nvPr userDrawn="1"/>
        </p:nvSpPr>
        <p:spPr>
          <a:xfrm>
            <a:off x="121108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4" name="Rectangle 2653"/>
          <p:cNvSpPr/>
          <p:nvPr userDrawn="1"/>
        </p:nvSpPr>
        <p:spPr>
          <a:xfrm>
            <a:off x="1523614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55" name="Oval 2654"/>
          <p:cNvSpPr/>
          <p:nvPr userDrawn="1"/>
        </p:nvSpPr>
        <p:spPr>
          <a:xfrm>
            <a:off x="159199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6" name="Moon 2655"/>
          <p:cNvSpPr/>
          <p:nvPr userDrawn="1"/>
        </p:nvSpPr>
        <p:spPr>
          <a:xfrm>
            <a:off x="159199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7" name="Rectangle 2656"/>
          <p:cNvSpPr/>
          <p:nvPr userDrawn="1"/>
        </p:nvSpPr>
        <p:spPr>
          <a:xfrm>
            <a:off x="1904518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58" name="Oval 2657"/>
          <p:cNvSpPr/>
          <p:nvPr userDrawn="1"/>
        </p:nvSpPr>
        <p:spPr>
          <a:xfrm>
            <a:off x="1972894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9" name="Moon 2658"/>
          <p:cNvSpPr/>
          <p:nvPr userDrawn="1"/>
        </p:nvSpPr>
        <p:spPr>
          <a:xfrm>
            <a:off x="1972894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0" name="Rectangle 2659"/>
          <p:cNvSpPr/>
          <p:nvPr userDrawn="1"/>
        </p:nvSpPr>
        <p:spPr>
          <a:xfrm>
            <a:off x="2285421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1" name="Oval 2660"/>
          <p:cNvSpPr/>
          <p:nvPr userDrawn="1"/>
        </p:nvSpPr>
        <p:spPr>
          <a:xfrm>
            <a:off x="235379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" name="Moon 2661"/>
          <p:cNvSpPr/>
          <p:nvPr userDrawn="1"/>
        </p:nvSpPr>
        <p:spPr>
          <a:xfrm>
            <a:off x="235379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3" name="Rectangle 2662"/>
          <p:cNvSpPr/>
          <p:nvPr userDrawn="1"/>
        </p:nvSpPr>
        <p:spPr>
          <a:xfrm>
            <a:off x="2666325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4" name="Oval 2663"/>
          <p:cNvSpPr/>
          <p:nvPr userDrawn="1"/>
        </p:nvSpPr>
        <p:spPr>
          <a:xfrm>
            <a:off x="2734701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5" name="Moon 2664"/>
          <p:cNvSpPr/>
          <p:nvPr userDrawn="1"/>
        </p:nvSpPr>
        <p:spPr>
          <a:xfrm>
            <a:off x="2734701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6" name="Rectangle 2665"/>
          <p:cNvSpPr/>
          <p:nvPr userDrawn="1"/>
        </p:nvSpPr>
        <p:spPr>
          <a:xfrm>
            <a:off x="3047228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67" name="Oval 2666"/>
          <p:cNvSpPr/>
          <p:nvPr userDrawn="1"/>
        </p:nvSpPr>
        <p:spPr>
          <a:xfrm>
            <a:off x="3115604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8" name="Moon 2667"/>
          <p:cNvSpPr/>
          <p:nvPr userDrawn="1"/>
        </p:nvSpPr>
        <p:spPr>
          <a:xfrm>
            <a:off x="3115604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9" name="Rectangle 2668"/>
          <p:cNvSpPr/>
          <p:nvPr userDrawn="1"/>
        </p:nvSpPr>
        <p:spPr>
          <a:xfrm>
            <a:off x="3428132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0" name="Oval 2669"/>
          <p:cNvSpPr/>
          <p:nvPr userDrawn="1"/>
        </p:nvSpPr>
        <p:spPr>
          <a:xfrm>
            <a:off x="3496508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1" name="Moon 2670"/>
          <p:cNvSpPr/>
          <p:nvPr userDrawn="1"/>
        </p:nvSpPr>
        <p:spPr>
          <a:xfrm>
            <a:off x="3496508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2" name="Rectangle 2671"/>
          <p:cNvSpPr/>
          <p:nvPr userDrawn="1"/>
        </p:nvSpPr>
        <p:spPr>
          <a:xfrm>
            <a:off x="3809035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3" name="Oval 2672"/>
          <p:cNvSpPr/>
          <p:nvPr userDrawn="1"/>
        </p:nvSpPr>
        <p:spPr>
          <a:xfrm>
            <a:off x="3877411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4" name="Moon 2673"/>
          <p:cNvSpPr/>
          <p:nvPr userDrawn="1"/>
        </p:nvSpPr>
        <p:spPr>
          <a:xfrm>
            <a:off x="3877411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5" name="Rectangle 2674"/>
          <p:cNvSpPr/>
          <p:nvPr userDrawn="1"/>
        </p:nvSpPr>
        <p:spPr>
          <a:xfrm>
            <a:off x="4189939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6" name="Oval 2675"/>
          <p:cNvSpPr/>
          <p:nvPr userDrawn="1"/>
        </p:nvSpPr>
        <p:spPr>
          <a:xfrm>
            <a:off x="4258315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7" name="Moon 2676"/>
          <p:cNvSpPr/>
          <p:nvPr userDrawn="1"/>
        </p:nvSpPr>
        <p:spPr>
          <a:xfrm>
            <a:off x="4258315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8" name="Rectangle 2677"/>
          <p:cNvSpPr/>
          <p:nvPr userDrawn="1"/>
        </p:nvSpPr>
        <p:spPr>
          <a:xfrm>
            <a:off x="4570842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79" name="Oval 2678"/>
          <p:cNvSpPr/>
          <p:nvPr userDrawn="1"/>
        </p:nvSpPr>
        <p:spPr>
          <a:xfrm>
            <a:off x="4639218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0" name="Moon 2679"/>
          <p:cNvSpPr/>
          <p:nvPr userDrawn="1"/>
        </p:nvSpPr>
        <p:spPr>
          <a:xfrm>
            <a:off x="4639218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1" name="Rectangle 2680"/>
          <p:cNvSpPr/>
          <p:nvPr userDrawn="1"/>
        </p:nvSpPr>
        <p:spPr>
          <a:xfrm>
            <a:off x="4951746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2" name="Oval 2681"/>
          <p:cNvSpPr/>
          <p:nvPr userDrawn="1"/>
        </p:nvSpPr>
        <p:spPr>
          <a:xfrm>
            <a:off x="5020122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3" name="Moon 2682"/>
          <p:cNvSpPr/>
          <p:nvPr userDrawn="1"/>
        </p:nvSpPr>
        <p:spPr>
          <a:xfrm>
            <a:off x="5020122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4" name="Rectangle 2683"/>
          <p:cNvSpPr/>
          <p:nvPr userDrawn="1"/>
        </p:nvSpPr>
        <p:spPr>
          <a:xfrm>
            <a:off x="5332649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5" name="Oval 2684"/>
          <p:cNvSpPr/>
          <p:nvPr userDrawn="1"/>
        </p:nvSpPr>
        <p:spPr>
          <a:xfrm>
            <a:off x="5401025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6" name="Moon 2685"/>
          <p:cNvSpPr/>
          <p:nvPr userDrawn="1"/>
        </p:nvSpPr>
        <p:spPr>
          <a:xfrm>
            <a:off x="5401025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7" name="Rectangle 2686"/>
          <p:cNvSpPr/>
          <p:nvPr userDrawn="1"/>
        </p:nvSpPr>
        <p:spPr>
          <a:xfrm>
            <a:off x="5713553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8" name="Oval 2687"/>
          <p:cNvSpPr/>
          <p:nvPr userDrawn="1"/>
        </p:nvSpPr>
        <p:spPr>
          <a:xfrm>
            <a:off x="5781929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9" name="Moon 2688"/>
          <p:cNvSpPr/>
          <p:nvPr userDrawn="1"/>
        </p:nvSpPr>
        <p:spPr>
          <a:xfrm>
            <a:off x="5781929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0" name="Rectangle 2689"/>
          <p:cNvSpPr/>
          <p:nvPr userDrawn="1"/>
        </p:nvSpPr>
        <p:spPr>
          <a:xfrm>
            <a:off x="6094456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1" name="Oval 2690"/>
          <p:cNvSpPr/>
          <p:nvPr userDrawn="1"/>
        </p:nvSpPr>
        <p:spPr>
          <a:xfrm>
            <a:off x="6162832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2" name="Moon 2691"/>
          <p:cNvSpPr/>
          <p:nvPr userDrawn="1"/>
        </p:nvSpPr>
        <p:spPr>
          <a:xfrm>
            <a:off x="6162832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3" name="Rectangle 2692"/>
          <p:cNvSpPr/>
          <p:nvPr userDrawn="1"/>
        </p:nvSpPr>
        <p:spPr>
          <a:xfrm>
            <a:off x="6475360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4" name="Oval 2693"/>
          <p:cNvSpPr/>
          <p:nvPr userDrawn="1"/>
        </p:nvSpPr>
        <p:spPr>
          <a:xfrm>
            <a:off x="654373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5" name="Moon 2694"/>
          <p:cNvSpPr/>
          <p:nvPr userDrawn="1"/>
        </p:nvSpPr>
        <p:spPr>
          <a:xfrm>
            <a:off x="654373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6" name="Rectangle 2695"/>
          <p:cNvSpPr/>
          <p:nvPr userDrawn="1"/>
        </p:nvSpPr>
        <p:spPr>
          <a:xfrm>
            <a:off x="6856263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7" name="Oval 2696"/>
          <p:cNvSpPr/>
          <p:nvPr userDrawn="1"/>
        </p:nvSpPr>
        <p:spPr>
          <a:xfrm>
            <a:off x="6924639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8" name="Moon 2697"/>
          <p:cNvSpPr/>
          <p:nvPr userDrawn="1"/>
        </p:nvSpPr>
        <p:spPr>
          <a:xfrm>
            <a:off x="6924639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9" name="Rectangle 2698"/>
          <p:cNvSpPr/>
          <p:nvPr userDrawn="1"/>
        </p:nvSpPr>
        <p:spPr>
          <a:xfrm>
            <a:off x="7237167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0" name="Oval 2699"/>
          <p:cNvSpPr/>
          <p:nvPr userDrawn="1"/>
        </p:nvSpPr>
        <p:spPr>
          <a:xfrm>
            <a:off x="730554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1" name="Moon 2700"/>
          <p:cNvSpPr/>
          <p:nvPr userDrawn="1"/>
        </p:nvSpPr>
        <p:spPr>
          <a:xfrm>
            <a:off x="730554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2" name="Rectangle 2701"/>
          <p:cNvSpPr/>
          <p:nvPr userDrawn="1"/>
        </p:nvSpPr>
        <p:spPr>
          <a:xfrm>
            <a:off x="7618070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3" name="Oval 2702"/>
          <p:cNvSpPr/>
          <p:nvPr userDrawn="1"/>
        </p:nvSpPr>
        <p:spPr>
          <a:xfrm>
            <a:off x="768644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4" name="Moon 2703"/>
          <p:cNvSpPr/>
          <p:nvPr userDrawn="1"/>
        </p:nvSpPr>
        <p:spPr>
          <a:xfrm>
            <a:off x="768644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5" name="Rectangle 2704"/>
          <p:cNvSpPr/>
          <p:nvPr userDrawn="1"/>
        </p:nvSpPr>
        <p:spPr>
          <a:xfrm>
            <a:off x="7998974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06" name="Oval 2705"/>
          <p:cNvSpPr/>
          <p:nvPr userDrawn="1"/>
        </p:nvSpPr>
        <p:spPr>
          <a:xfrm>
            <a:off x="806735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7" name="Moon 2706"/>
          <p:cNvSpPr/>
          <p:nvPr userDrawn="1"/>
        </p:nvSpPr>
        <p:spPr>
          <a:xfrm>
            <a:off x="806735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8" name="Rectangle 2707"/>
          <p:cNvSpPr/>
          <p:nvPr userDrawn="1"/>
        </p:nvSpPr>
        <p:spPr>
          <a:xfrm>
            <a:off x="8379877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9" name="Oval 2708"/>
          <p:cNvSpPr/>
          <p:nvPr userDrawn="1"/>
        </p:nvSpPr>
        <p:spPr>
          <a:xfrm>
            <a:off x="844825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0" name="Moon 2709"/>
          <p:cNvSpPr/>
          <p:nvPr userDrawn="1"/>
        </p:nvSpPr>
        <p:spPr>
          <a:xfrm>
            <a:off x="844825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1" name="Rectangle 2710"/>
          <p:cNvSpPr/>
          <p:nvPr userDrawn="1"/>
        </p:nvSpPr>
        <p:spPr>
          <a:xfrm>
            <a:off x="8760781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2" name="Oval 2711"/>
          <p:cNvSpPr/>
          <p:nvPr userDrawn="1"/>
        </p:nvSpPr>
        <p:spPr>
          <a:xfrm>
            <a:off x="882915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3" name="Moon 2712"/>
          <p:cNvSpPr/>
          <p:nvPr userDrawn="1"/>
        </p:nvSpPr>
        <p:spPr>
          <a:xfrm>
            <a:off x="882915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4" name="Rectangle 2713"/>
          <p:cNvSpPr/>
          <p:nvPr userDrawn="1"/>
        </p:nvSpPr>
        <p:spPr>
          <a:xfrm>
            <a:off x="1904518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5" name="Oval 2714"/>
          <p:cNvSpPr/>
          <p:nvPr userDrawn="1"/>
        </p:nvSpPr>
        <p:spPr>
          <a:xfrm>
            <a:off x="1972894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6" name="Moon 2715"/>
          <p:cNvSpPr/>
          <p:nvPr userDrawn="1"/>
        </p:nvSpPr>
        <p:spPr>
          <a:xfrm>
            <a:off x="1972894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7" name="Rectangle 2716"/>
          <p:cNvSpPr/>
          <p:nvPr userDrawn="1"/>
        </p:nvSpPr>
        <p:spPr>
          <a:xfrm>
            <a:off x="1904518" y="380864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8" name="Oval 2717"/>
          <p:cNvSpPr/>
          <p:nvPr userDrawn="1"/>
        </p:nvSpPr>
        <p:spPr>
          <a:xfrm>
            <a:off x="1972894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9" name="Moon 2718"/>
          <p:cNvSpPr/>
          <p:nvPr userDrawn="1"/>
        </p:nvSpPr>
        <p:spPr>
          <a:xfrm>
            <a:off x="1972894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0" name="Rectangle 2719"/>
          <p:cNvSpPr/>
          <p:nvPr userDrawn="1"/>
        </p:nvSpPr>
        <p:spPr>
          <a:xfrm>
            <a:off x="3428132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1" name="Oval 2720"/>
          <p:cNvSpPr/>
          <p:nvPr userDrawn="1"/>
        </p:nvSpPr>
        <p:spPr>
          <a:xfrm>
            <a:off x="3496508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2" name="Moon 2721"/>
          <p:cNvSpPr/>
          <p:nvPr userDrawn="1"/>
        </p:nvSpPr>
        <p:spPr>
          <a:xfrm>
            <a:off x="3496508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3" name="Rectangle 2722"/>
          <p:cNvSpPr/>
          <p:nvPr userDrawn="1"/>
        </p:nvSpPr>
        <p:spPr>
          <a:xfrm>
            <a:off x="3809035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4" name="Oval 2723"/>
          <p:cNvSpPr/>
          <p:nvPr userDrawn="1"/>
        </p:nvSpPr>
        <p:spPr>
          <a:xfrm>
            <a:off x="3877411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5" name="Moon 2724"/>
          <p:cNvSpPr/>
          <p:nvPr userDrawn="1"/>
        </p:nvSpPr>
        <p:spPr>
          <a:xfrm>
            <a:off x="3877411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6" name="Rectangle 2725"/>
          <p:cNvSpPr/>
          <p:nvPr userDrawn="1"/>
        </p:nvSpPr>
        <p:spPr>
          <a:xfrm>
            <a:off x="5332649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27" name="Oval 2726"/>
          <p:cNvSpPr/>
          <p:nvPr userDrawn="1"/>
        </p:nvSpPr>
        <p:spPr>
          <a:xfrm>
            <a:off x="5401025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8" name="Moon 2727"/>
          <p:cNvSpPr/>
          <p:nvPr userDrawn="1"/>
        </p:nvSpPr>
        <p:spPr>
          <a:xfrm>
            <a:off x="5401025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9" name="Rectangle 2728"/>
          <p:cNvSpPr/>
          <p:nvPr userDrawn="1"/>
        </p:nvSpPr>
        <p:spPr>
          <a:xfrm>
            <a:off x="5713553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30" name="Oval 2729"/>
          <p:cNvSpPr/>
          <p:nvPr userDrawn="1"/>
        </p:nvSpPr>
        <p:spPr>
          <a:xfrm>
            <a:off x="5781929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1" name="Moon 2730"/>
          <p:cNvSpPr/>
          <p:nvPr userDrawn="1"/>
        </p:nvSpPr>
        <p:spPr>
          <a:xfrm>
            <a:off x="5781929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2" name="Rectangle 2731"/>
          <p:cNvSpPr/>
          <p:nvPr userDrawn="1"/>
        </p:nvSpPr>
        <p:spPr>
          <a:xfrm>
            <a:off x="6856263" y="3808648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3" name="Oval 2732"/>
          <p:cNvSpPr/>
          <p:nvPr userDrawn="1"/>
        </p:nvSpPr>
        <p:spPr>
          <a:xfrm>
            <a:off x="6924639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4" name="Moon 2733"/>
          <p:cNvSpPr/>
          <p:nvPr userDrawn="1"/>
        </p:nvSpPr>
        <p:spPr>
          <a:xfrm>
            <a:off x="6924639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5" name="Rectangle 2734"/>
          <p:cNvSpPr/>
          <p:nvPr userDrawn="1"/>
        </p:nvSpPr>
        <p:spPr>
          <a:xfrm>
            <a:off x="6856263" y="342778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6" name="Oval 2735"/>
          <p:cNvSpPr/>
          <p:nvPr userDrawn="1"/>
        </p:nvSpPr>
        <p:spPr>
          <a:xfrm>
            <a:off x="6924639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7" name="Moon 2736"/>
          <p:cNvSpPr/>
          <p:nvPr userDrawn="1"/>
        </p:nvSpPr>
        <p:spPr>
          <a:xfrm>
            <a:off x="6924639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676" y="1531403"/>
            <a:ext cx="5332648" cy="1978560"/>
          </a:xfrm>
        </p:spPr>
        <p:txBody>
          <a:bodyPr anchor="b"/>
          <a:lstStyle>
            <a:lvl1pPr algn="ctr">
              <a:defRPr sz="5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676" y="3602038"/>
            <a:ext cx="5332648" cy="1730068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47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O - Title Slide 2">
    <p:bg>
      <p:bgPr>
        <a:gradFill>
          <a:gsLst>
            <a:gs pos="47000">
              <a:schemeClr val="accent3">
                <a:lumMod val="5000"/>
                <a:lumOff val="95000"/>
              </a:schemeClr>
            </a:gs>
            <a:gs pos="83000">
              <a:schemeClr val="accent3">
                <a:lumMod val="45000"/>
                <a:lumOff val="5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29" y="1122363"/>
            <a:ext cx="7858144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772" name="Subtitle 2"/>
          <p:cNvSpPr>
            <a:spLocks noGrp="1"/>
          </p:cNvSpPr>
          <p:nvPr>
            <p:ph type="subTitle" idx="1"/>
          </p:nvPr>
        </p:nvSpPr>
        <p:spPr>
          <a:xfrm>
            <a:off x="643921" y="3602038"/>
            <a:ext cx="7856159" cy="173006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75" name="Rectangle 774"/>
          <p:cNvSpPr/>
          <p:nvPr userDrawn="1"/>
        </p:nvSpPr>
        <p:spPr>
          <a:xfrm>
            <a:off x="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6" name="Oval 775"/>
          <p:cNvSpPr/>
          <p:nvPr userDrawn="1"/>
        </p:nvSpPr>
        <p:spPr>
          <a:xfrm>
            <a:off x="6837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7" name="Moon 776"/>
          <p:cNvSpPr/>
          <p:nvPr userDrawn="1"/>
        </p:nvSpPr>
        <p:spPr>
          <a:xfrm>
            <a:off x="6837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8" name="Rectangle 777"/>
          <p:cNvSpPr/>
          <p:nvPr userDrawn="1"/>
        </p:nvSpPr>
        <p:spPr>
          <a:xfrm>
            <a:off x="380904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" name="Oval 778"/>
          <p:cNvSpPr/>
          <p:nvPr userDrawn="1"/>
        </p:nvSpPr>
        <p:spPr>
          <a:xfrm>
            <a:off x="44928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0" name="Moon 779"/>
          <p:cNvSpPr/>
          <p:nvPr userDrawn="1"/>
        </p:nvSpPr>
        <p:spPr>
          <a:xfrm>
            <a:off x="44928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1" name="Rectangle 780"/>
          <p:cNvSpPr/>
          <p:nvPr userDrawn="1"/>
        </p:nvSpPr>
        <p:spPr>
          <a:xfrm>
            <a:off x="76180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2" name="Oval 781"/>
          <p:cNvSpPr/>
          <p:nvPr userDrawn="1"/>
        </p:nvSpPr>
        <p:spPr>
          <a:xfrm>
            <a:off x="83018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3" name="Moon 782"/>
          <p:cNvSpPr/>
          <p:nvPr userDrawn="1"/>
        </p:nvSpPr>
        <p:spPr>
          <a:xfrm>
            <a:off x="83018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4" name="Rectangle 783"/>
          <p:cNvSpPr/>
          <p:nvPr userDrawn="1"/>
        </p:nvSpPr>
        <p:spPr>
          <a:xfrm>
            <a:off x="114271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5" name="Oval 784"/>
          <p:cNvSpPr/>
          <p:nvPr userDrawn="1"/>
        </p:nvSpPr>
        <p:spPr>
          <a:xfrm>
            <a:off x="121108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6" name="Moon 785"/>
          <p:cNvSpPr/>
          <p:nvPr userDrawn="1"/>
        </p:nvSpPr>
        <p:spPr>
          <a:xfrm>
            <a:off x="121108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7" name="Rectangle 786"/>
          <p:cNvSpPr/>
          <p:nvPr userDrawn="1"/>
        </p:nvSpPr>
        <p:spPr>
          <a:xfrm>
            <a:off x="1523614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8" name="Oval 787"/>
          <p:cNvSpPr/>
          <p:nvPr userDrawn="1"/>
        </p:nvSpPr>
        <p:spPr>
          <a:xfrm>
            <a:off x="159199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9" name="Moon 788"/>
          <p:cNvSpPr/>
          <p:nvPr userDrawn="1"/>
        </p:nvSpPr>
        <p:spPr>
          <a:xfrm>
            <a:off x="159199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0" name="Rectangle 789"/>
          <p:cNvSpPr/>
          <p:nvPr userDrawn="1"/>
        </p:nvSpPr>
        <p:spPr>
          <a:xfrm>
            <a:off x="1904518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1" name="Oval 790"/>
          <p:cNvSpPr/>
          <p:nvPr userDrawn="1"/>
        </p:nvSpPr>
        <p:spPr>
          <a:xfrm>
            <a:off x="197289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2" name="Moon 791"/>
          <p:cNvSpPr/>
          <p:nvPr userDrawn="1"/>
        </p:nvSpPr>
        <p:spPr>
          <a:xfrm>
            <a:off x="197289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3" name="Rectangle 792"/>
          <p:cNvSpPr/>
          <p:nvPr userDrawn="1"/>
        </p:nvSpPr>
        <p:spPr>
          <a:xfrm>
            <a:off x="228542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4" name="Oval 793"/>
          <p:cNvSpPr/>
          <p:nvPr userDrawn="1"/>
        </p:nvSpPr>
        <p:spPr>
          <a:xfrm>
            <a:off x="235379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5" name="Moon 794"/>
          <p:cNvSpPr/>
          <p:nvPr userDrawn="1"/>
        </p:nvSpPr>
        <p:spPr>
          <a:xfrm>
            <a:off x="235379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6" name="Rectangle 795"/>
          <p:cNvSpPr/>
          <p:nvPr userDrawn="1"/>
        </p:nvSpPr>
        <p:spPr>
          <a:xfrm>
            <a:off x="2666325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7" name="Oval 796"/>
          <p:cNvSpPr/>
          <p:nvPr userDrawn="1"/>
        </p:nvSpPr>
        <p:spPr>
          <a:xfrm>
            <a:off x="273470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8" name="Moon 797"/>
          <p:cNvSpPr/>
          <p:nvPr userDrawn="1"/>
        </p:nvSpPr>
        <p:spPr>
          <a:xfrm>
            <a:off x="273470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9" name="Rectangle 798"/>
          <p:cNvSpPr/>
          <p:nvPr userDrawn="1"/>
        </p:nvSpPr>
        <p:spPr>
          <a:xfrm>
            <a:off x="3047228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00" name="Oval 799"/>
          <p:cNvSpPr/>
          <p:nvPr userDrawn="1"/>
        </p:nvSpPr>
        <p:spPr>
          <a:xfrm>
            <a:off x="311560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" name="Moon 800"/>
          <p:cNvSpPr/>
          <p:nvPr userDrawn="1"/>
        </p:nvSpPr>
        <p:spPr>
          <a:xfrm>
            <a:off x="311560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2" name="Rectangle 801"/>
          <p:cNvSpPr/>
          <p:nvPr userDrawn="1"/>
        </p:nvSpPr>
        <p:spPr>
          <a:xfrm>
            <a:off x="3428132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3" name="Oval 802"/>
          <p:cNvSpPr/>
          <p:nvPr userDrawn="1"/>
        </p:nvSpPr>
        <p:spPr>
          <a:xfrm>
            <a:off x="349650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4" name="Moon 803"/>
          <p:cNvSpPr/>
          <p:nvPr userDrawn="1"/>
        </p:nvSpPr>
        <p:spPr>
          <a:xfrm>
            <a:off x="349650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5" name="Rectangle 804"/>
          <p:cNvSpPr/>
          <p:nvPr userDrawn="1"/>
        </p:nvSpPr>
        <p:spPr>
          <a:xfrm>
            <a:off x="3809035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6" name="Oval 805"/>
          <p:cNvSpPr/>
          <p:nvPr userDrawn="1"/>
        </p:nvSpPr>
        <p:spPr>
          <a:xfrm>
            <a:off x="387741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7" name="Moon 806"/>
          <p:cNvSpPr/>
          <p:nvPr userDrawn="1"/>
        </p:nvSpPr>
        <p:spPr>
          <a:xfrm>
            <a:off x="387741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8" name="Rectangle 807"/>
          <p:cNvSpPr/>
          <p:nvPr userDrawn="1"/>
        </p:nvSpPr>
        <p:spPr>
          <a:xfrm>
            <a:off x="4189939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9" name="Oval 808"/>
          <p:cNvSpPr/>
          <p:nvPr userDrawn="1"/>
        </p:nvSpPr>
        <p:spPr>
          <a:xfrm>
            <a:off x="425831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0" name="Moon 809"/>
          <p:cNvSpPr/>
          <p:nvPr userDrawn="1"/>
        </p:nvSpPr>
        <p:spPr>
          <a:xfrm>
            <a:off x="425831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1" name="Rectangle 810"/>
          <p:cNvSpPr/>
          <p:nvPr userDrawn="1"/>
        </p:nvSpPr>
        <p:spPr>
          <a:xfrm>
            <a:off x="4570842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2" name="Oval 811"/>
          <p:cNvSpPr/>
          <p:nvPr userDrawn="1"/>
        </p:nvSpPr>
        <p:spPr>
          <a:xfrm>
            <a:off x="463921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3" name="Moon 812"/>
          <p:cNvSpPr/>
          <p:nvPr userDrawn="1"/>
        </p:nvSpPr>
        <p:spPr>
          <a:xfrm>
            <a:off x="463921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4" name="Rectangle 813"/>
          <p:cNvSpPr/>
          <p:nvPr userDrawn="1"/>
        </p:nvSpPr>
        <p:spPr>
          <a:xfrm>
            <a:off x="4951746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5" name="Oval 814"/>
          <p:cNvSpPr/>
          <p:nvPr userDrawn="1"/>
        </p:nvSpPr>
        <p:spPr>
          <a:xfrm>
            <a:off x="502012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6" name="Moon 815"/>
          <p:cNvSpPr/>
          <p:nvPr userDrawn="1"/>
        </p:nvSpPr>
        <p:spPr>
          <a:xfrm>
            <a:off x="502012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7" name="Rectangle 816"/>
          <p:cNvSpPr/>
          <p:nvPr userDrawn="1"/>
        </p:nvSpPr>
        <p:spPr>
          <a:xfrm>
            <a:off x="5332649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18" name="Oval 817"/>
          <p:cNvSpPr/>
          <p:nvPr userDrawn="1"/>
        </p:nvSpPr>
        <p:spPr>
          <a:xfrm>
            <a:off x="540102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" name="Moon 818"/>
          <p:cNvSpPr/>
          <p:nvPr userDrawn="1"/>
        </p:nvSpPr>
        <p:spPr>
          <a:xfrm>
            <a:off x="540102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" name="Rectangle 819"/>
          <p:cNvSpPr/>
          <p:nvPr userDrawn="1"/>
        </p:nvSpPr>
        <p:spPr>
          <a:xfrm>
            <a:off x="571355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" name="Oval 820"/>
          <p:cNvSpPr/>
          <p:nvPr userDrawn="1"/>
        </p:nvSpPr>
        <p:spPr>
          <a:xfrm>
            <a:off x="578192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2" name="Moon 821"/>
          <p:cNvSpPr/>
          <p:nvPr userDrawn="1"/>
        </p:nvSpPr>
        <p:spPr>
          <a:xfrm>
            <a:off x="578192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3" name="Rectangle 822"/>
          <p:cNvSpPr/>
          <p:nvPr userDrawn="1"/>
        </p:nvSpPr>
        <p:spPr>
          <a:xfrm>
            <a:off x="6094456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" name="Oval 823"/>
          <p:cNvSpPr/>
          <p:nvPr userDrawn="1"/>
        </p:nvSpPr>
        <p:spPr>
          <a:xfrm>
            <a:off x="616283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5" name="Moon 824"/>
          <p:cNvSpPr/>
          <p:nvPr userDrawn="1"/>
        </p:nvSpPr>
        <p:spPr>
          <a:xfrm>
            <a:off x="616283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6" name="Rectangle 825"/>
          <p:cNvSpPr/>
          <p:nvPr userDrawn="1"/>
        </p:nvSpPr>
        <p:spPr>
          <a:xfrm>
            <a:off x="647536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" name="Oval 826"/>
          <p:cNvSpPr/>
          <p:nvPr userDrawn="1"/>
        </p:nvSpPr>
        <p:spPr>
          <a:xfrm>
            <a:off x="654373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8" name="Moon 827"/>
          <p:cNvSpPr/>
          <p:nvPr userDrawn="1"/>
        </p:nvSpPr>
        <p:spPr>
          <a:xfrm>
            <a:off x="654373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9" name="Rectangle 828"/>
          <p:cNvSpPr/>
          <p:nvPr userDrawn="1"/>
        </p:nvSpPr>
        <p:spPr>
          <a:xfrm>
            <a:off x="685626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0" name="Oval 829"/>
          <p:cNvSpPr/>
          <p:nvPr userDrawn="1"/>
        </p:nvSpPr>
        <p:spPr>
          <a:xfrm>
            <a:off x="692463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1" name="Moon 830"/>
          <p:cNvSpPr/>
          <p:nvPr userDrawn="1"/>
        </p:nvSpPr>
        <p:spPr>
          <a:xfrm>
            <a:off x="692463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2" name="Rectangle 831"/>
          <p:cNvSpPr/>
          <p:nvPr userDrawn="1"/>
        </p:nvSpPr>
        <p:spPr>
          <a:xfrm>
            <a:off x="723716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3" name="Oval 832"/>
          <p:cNvSpPr/>
          <p:nvPr userDrawn="1"/>
        </p:nvSpPr>
        <p:spPr>
          <a:xfrm>
            <a:off x="730554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4" name="Moon 833"/>
          <p:cNvSpPr/>
          <p:nvPr userDrawn="1"/>
        </p:nvSpPr>
        <p:spPr>
          <a:xfrm>
            <a:off x="730554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5" name="Rectangle 834"/>
          <p:cNvSpPr/>
          <p:nvPr userDrawn="1"/>
        </p:nvSpPr>
        <p:spPr>
          <a:xfrm>
            <a:off x="7618070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36" name="Oval 835"/>
          <p:cNvSpPr/>
          <p:nvPr userDrawn="1"/>
        </p:nvSpPr>
        <p:spPr>
          <a:xfrm>
            <a:off x="768644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7" name="Moon 836"/>
          <p:cNvSpPr/>
          <p:nvPr userDrawn="1"/>
        </p:nvSpPr>
        <p:spPr>
          <a:xfrm>
            <a:off x="768644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8" name="Rectangle 837"/>
          <p:cNvSpPr/>
          <p:nvPr userDrawn="1"/>
        </p:nvSpPr>
        <p:spPr>
          <a:xfrm>
            <a:off x="7998974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39" name="Oval 838"/>
          <p:cNvSpPr/>
          <p:nvPr userDrawn="1"/>
        </p:nvSpPr>
        <p:spPr>
          <a:xfrm>
            <a:off x="806735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0" name="Moon 839"/>
          <p:cNvSpPr/>
          <p:nvPr userDrawn="1"/>
        </p:nvSpPr>
        <p:spPr>
          <a:xfrm>
            <a:off x="806735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1" name="Rectangle 840"/>
          <p:cNvSpPr/>
          <p:nvPr userDrawn="1"/>
        </p:nvSpPr>
        <p:spPr>
          <a:xfrm>
            <a:off x="8379877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2" name="Oval 841"/>
          <p:cNvSpPr/>
          <p:nvPr userDrawn="1"/>
        </p:nvSpPr>
        <p:spPr>
          <a:xfrm>
            <a:off x="844825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3" name="Moon 842"/>
          <p:cNvSpPr/>
          <p:nvPr userDrawn="1"/>
        </p:nvSpPr>
        <p:spPr>
          <a:xfrm>
            <a:off x="844825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4" name="Rectangle 843"/>
          <p:cNvSpPr/>
          <p:nvPr userDrawn="1"/>
        </p:nvSpPr>
        <p:spPr>
          <a:xfrm>
            <a:off x="8760781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5" name="Oval 844"/>
          <p:cNvSpPr/>
          <p:nvPr userDrawn="1"/>
        </p:nvSpPr>
        <p:spPr>
          <a:xfrm>
            <a:off x="882915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6" name="Moon 845"/>
          <p:cNvSpPr/>
          <p:nvPr userDrawn="1"/>
        </p:nvSpPr>
        <p:spPr>
          <a:xfrm>
            <a:off x="882915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7" name="Rectangle 846"/>
          <p:cNvSpPr/>
          <p:nvPr userDrawn="1"/>
        </p:nvSpPr>
        <p:spPr>
          <a:xfrm>
            <a:off x="0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8" name="Oval 847"/>
          <p:cNvSpPr/>
          <p:nvPr userDrawn="1"/>
        </p:nvSpPr>
        <p:spPr>
          <a:xfrm>
            <a:off x="6837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9" name="Moon 848"/>
          <p:cNvSpPr/>
          <p:nvPr userDrawn="1"/>
        </p:nvSpPr>
        <p:spPr>
          <a:xfrm>
            <a:off x="6837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0" name="Rectangle 849"/>
          <p:cNvSpPr/>
          <p:nvPr userDrawn="1"/>
        </p:nvSpPr>
        <p:spPr>
          <a:xfrm>
            <a:off x="380904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1" name="Oval 850"/>
          <p:cNvSpPr/>
          <p:nvPr userDrawn="1"/>
        </p:nvSpPr>
        <p:spPr>
          <a:xfrm>
            <a:off x="44928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2" name="Moon 851"/>
          <p:cNvSpPr/>
          <p:nvPr userDrawn="1"/>
        </p:nvSpPr>
        <p:spPr>
          <a:xfrm>
            <a:off x="44928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3" name="Rectangle 852"/>
          <p:cNvSpPr/>
          <p:nvPr userDrawn="1"/>
        </p:nvSpPr>
        <p:spPr>
          <a:xfrm>
            <a:off x="761807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4" name="Oval 853"/>
          <p:cNvSpPr/>
          <p:nvPr userDrawn="1"/>
        </p:nvSpPr>
        <p:spPr>
          <a:xfrm>
            <a:off x="83018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5" name="Moon 854"/>
          <p:cNvSpPr/>
          <p:nvPr userDrawn="1"/>
        </p:nvSpPr>
        <p:spPr>
          <a:xfrm>
            <a:off x="83018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6" name="Rectangle 855"/>
          <p:cNvSpPr/>
          <p:nvPr userDrawn="1"/>
        </p:nvSpPr>
        <p:spPr>
          <a:xfrm>
            <a:off x="1142711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7" name="Oval 856"/>
          <p:cNvSpPr/>
          <p:nvPr userDrawn="1"/>
        </p:nvSpPr>
        <p:spPr>
          <a:xfrm>
            <a:off x="121108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8" name="Moon 857"/>
          <p:cNvSpPr/>
          <p:nvPr userDrawn="1"/>
        </p:nvSpPr>
        <p:spPr>
          <a:xfrm>
            <a:off x="121108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9" name="Rectangle 858"/>
          <p:cNvSpPr/>
          <p:nvPr userDrawn="1"/>
        </p:nvSpPr>
        <p:spPr>
          <a:xfrm>
            <a:off x="1523614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0" name="Oval 859"/>
          <p:cNvSpPr/>
          <p:nvPr userDrawn="1"/>
        </p:nvSpPr>
        <p:spPr>
          <a:xfrm>
            <a:off x="159199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1" name="Moon 860"/>
          <p:cNvSpPr/>
          <p:nvPr userDrawn="1"/>
        </p:nvSpPr>
        <p:spPr>
          <a:xfrm>
            <a:off x="159199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2" name="Rectangle 861"/>
          <p:cNvSpPr/>
          <p:nvPr userDrawn="1"/>
        </p:nvSpPr>
        <p:spPr>
          <a:xfrm>
            <a:off x="1904518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3" name="Oval 862"/>
          <p:cNvSpPr/>
          <p:nvPr userDrawn="1"/>
        </p:nvSpPr>
        <p:spPr>
          <a:xfrm>
            <a:off x="1972894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4" name="Moon 863"/>
          <p:cNvSpPr/>
          <p:nvPr userDrawn="1"/>
        </p:nvSpPr>
        <p:spPr>
          <a:xfrm>
            <a:off x="1972894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5" name="Rectangle 864"/>
          <p:cNvSpPr/>
          <p:nvPr userDrawn="1"/>
        </p:nvSpPr>
        <p:spPr>
          <a:xfrm>
            <a:off x="2285421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66" name="Oval 865"/>
          <p:cNvSpPr/>
          <p:nvPr userDrawn="1"/>
        </p:nvSpPr>
        <p:spPr>
          <a:xfrm>
            <a:off x="235379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7" name="Moon 866"/>
          <p:cNvSpPr/>
          <p:nvPr userDrawn="1"/>
        </p:nvSpPr>
        <p:spPr>
          <a:xfrm>
            <a:off x="235379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8" name="Rectangle 867"/>
          <p:cNvSpPr/>
          <p:nvPr userDrawn="1"/>
        </p:nvSpPr>
        <p:spPr>
          <a:xfrm>
            <a:off x="2666325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69" name="Oval 868"/>
          <p:cNvSpPr/>
          <p:nvPr userDrawn="1"/>
        </p:nvSpPr>
        <p:spPr>
          <a:xfrm>
            <a:off x="2734701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0" name="Moon 869"/>
          <p:cNvSpPr/>
          <p:nvPr userDrawn="1"/>
        </p:nvSpPr>
        <p:spPr>
          <a:xfrm>
            <a:off x="2734701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1" name="Rectangle 870"/>
          <p:cNvSpPr/>
          <p:nvPr userDrawn="1"/>
        </p:nvSpPr>
        <p:spPr>
          <a:xfrm>
            <a:off x="3047228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2" name="Oval 871"/>
          <p:cNvSpPr/>
          <p:nvPr userDrawn="1"/>
        </p:nvSpPr>
        <p:spPr>
          <a:xfrm>
            <a:off x="3115604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3" name="Moon 872"/>
          <p:cNvSpPr/>
          <p:nvPr userDrawn="1"/>
        </p:nvSpPr>
        <p:spPr>
          <a:xfrm>
            <a:off x="3115604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4" name="Rectangle 873"/>
          <p:cNvSpPr/>
          <p:nvPr userDrawn="1"/>
        </p:nvSpPr>
        <p:spPr>
          <a:xfrm>
            <a:off x="3428132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5" name="Oval 874"/>
          <p:cNvSpPr/>
          <p:nvPr userDrawn="1"/>
        </p:nvSpPr>
        <p:spPr>
          <a:xfrm>
            <a:off x="3496508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6" name="Moon 875"/>
          <p:cNvSpPr/>
          <p:nvPr userDrawn="1"/>
        </p:nvSpPr>
        <p:spPr>
          <a:xfrm>
            <a:off x="3496508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7" name="Rectangle 876"/>
          <p:cNvSpPr/>
          <p:nvPr userDrawn="1"/>
        </p:nvSpPr>
        <p:spPr>
          <a:xfrm>
            <a:off x="3809035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8" name="Oval 877"/>
          <p:cNvSpPr/>
          <p:nvPr userDrawn="1"/>
        </p:nvSpPr>
        <p:spPr>
          <a:xfrm>
            <a:off x="3877411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9" name="Moon 878"/>
          <p:cNvSpPr/>
          <p:nvPr userDrawn="1"/>
        </p:nvSpPr>
        <p:spPr>
          <a:xfrm>
            <a:off x="3877411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0" name="Rectangle 879"/>
          <p:cNvSpPr/>
          <p:nvPr userDrawn="1"/>
        </p:nvSpPr>
        <p:spPr>
          <a:xfrm>
            <a:off x="4189939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1" name="Oval 880"/>
          <p:cNvSpPr/>
          <p:nvPr userDrawn="1"/>
        </p:nvSpPr>
        <p:spPr>
          <a:xfrm>
            <a:off x="4258315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2" name="Moon 881"/>
          <p:cNvSpPr/>
          <p:nvPr userDrawn="1"/>
        </p:nvSpPr>
        <p:spPr>
          <a:xfrm>
            <a:off x="4258315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3" name="Rectangle 882"/>
          <p:cNvSpPr/>
          <p:nvPr userDrawn="1"/>
        </p:nvSpPr>
        <p:spPr>
          <a:xfrm>
            <a:off x="4570842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4" name="Oval 883"/>
          <p:cNvSpPr/>
          <p:nvPr userDrawn="1"/>
        </p:nvSpPr>
        <p:spPr>
          <a:xfrm>
            <a:off x="4639218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5" name="Moon 884"/>
          <p:cNvSpPr/>
          <p:nvPr userDrawn="1"/>
        </p:nvSpPr>
        <p:spPr>
          <a:xfrm>
            <a:off x="4639218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6" name="Rectangle 885"/>
          <p:cNvSpPr/>
          <p:nvPr userDrawn="1"/>
        </p:nvSpPr>
        <p:spPr>
          <a:xfrm>
            <a:off x="4951746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7" name="Oval 886"/>
          <p:cNvSpPr/>
          <p:nvPr userDrawn="1"/>
        </p:nvSpPr>
        <p:spPr>
          <a:xfrm>
            <a:off x="5020122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8" name="Moon 887"/>
          <p:cNvSpPr/>
          <p:nvPr userDrawn="1"/>
        </p:nvSpPr>
        <p:spPr>
          <a:xfrm>
            <a:off x="5020122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9" name="Rectangle 888"/>
          <p:cNvSpPr/>
          <p:nvPr userDrawn="1"/>
        </p:nvSpPr>
        <p:spPr>
          <a:xfrm>
            <a:off x="5332649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0" name="Oval 889"/>
          <p:cNvSpPr/>
          <p:nvPr userDrawn="1"/>
        </p:nvSpPr>
        <p:spPr>
          <a:xfrm>
            <a:off x="5401025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1" name="Moon 890"/>
          <p:cNvSpPr/>
          <p:nvPr userDrawn="1"/>
        </p:nvSpPr>
        <p:spPr>
          <a:xfrm>
            <a:off x="5401025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2" name="Rectangle 891"/>
          <p:cNvSpPr/>
          <p:nvPr userDrawn="1"/>
        </p:nvSpPr>
        <p:spPr>
          <a:xfrm>
            <a:off x="5713553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3" name="Oval 892"/>
          <p:cNvSpPr/>
          <p:nvPr userDrawn="1"/>
        </p:nvSpPr>
        <p:spPr>
          <a:xfrm>
            <a:off x="5781929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4" name="Moon 893"/>
          <p:cNvSpPr/>
          <p:nvPr userDrawn="1"/>
        </p:nvSpPr>
        <p:spPr>
          <a:xfrm>
            <a:off x="5781929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5" name="Rectangle 894"/>
          <p:cNvSpPr/>
          <p:nvPr userDrawn="1"/>
        </p:nvSpPr>
        <p:spPr>
          <a:xfrm>
            <a:off x="6094456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6" name="Oval 895"/>
          <p:cNvSpPr/>
          <p:nvPr userDrawn="1"/>
        </p:nvSpPr>
        <p:spPr>
          <a:xfrm>
            <a:off x="6162832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7" name="Moon 896"/>
          <p:cNvSpPr/>
          <p:nvPr userDrawn="1"/>
        </p:nvSpPr>
        <p:spPr>
          <a:xfrm>
            <a:off x="6162832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8" name="Rectangle 897"/>
          <p:cNvSpPr/>
          <p:nvPr userDrawn="1"/>
        </p:nvSpPr>
        <p:spPr>
          <a:xfrm>
            <a:off x="6475360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9" name="Oval 898"/>
          <p:cNvSpPr/>
          <p:nvPr userDrawn="1"/>
        </p:nvSpPr>
        <p:spPr>
          <a:xfrm>
            <a:off x="654373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0" name="Moon 899"/>
          <p:cNvSpPr/>
          <p:nvPr userDrawn="1"/>
        </p:nvSpPr>
        <p:spPr>
          <a:xfrm>
            <a:off x="654373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1" name="Rectangle 900"/>
          <p:cNvSpPr/>
          <p:nvPr userDrawn="1"/>
        </p:nvSpPr>
        <p:spPr>
          <a:xfrm>
            <a:off x="6856263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2" name="Oval 901"/>
          <p:cNvSpPr/>
          <p:nvPr userDrawn="1"/>
        </p:nvSpPr>
        <p:spPr>
          <a:xfrm>
            <a:off x="6924639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3" name="Moon 902"/>
          <p:cNvSpPr/>
          <p:nvPr userDrawn="1"/>
        </p:nvSpPr>
        <p:spPr>
          <a:xfrm>
            <a:off x="6924639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4" name="Rectangle 903"/>
          <p:cNvSpPr/>
          <p:nvPr userDrawn="1"/>
        </p:nvSpPr>
        <p:spPr>
          <a:xfrm>
            <a:off x="7237167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5" name="Oval 904"/>
          <p:cNvSpPr/>
          <p:nvPr userDrawn="1"/>
        </p:nvSpPr>
        <p:spPr>
          <a:xfrm>
            <a:off x="730554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6" name="Moon 905"/>
          <p:cNvSpPr/>
          <p:nvPr userDrawn="1"/>
        </p:nvSpPr>
        <p:spPr>
          <a:xfrm>
            <a:off x="730554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7" name="Rectangle 906"/>
          <p:cNvSpPr/>
          <p:nvPr userDrawn="1"/>
        </p:nvSpPr>
        <p:spPr>
          <a:xfrm>
            <a:off x="7618070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8" name="Oval 907"/>
          <p:cNvSpPr/>
          <p:nvPr userDrawn="1"/>
        </p:nvSpPr>
        <p:spPr>
          <a:xfrm>
            <a:off x="768644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9" name="Moon 908"/>
          <p:cNvSpPr/>
          <p:nvPr userDrawn="1"/>
        </p:nvSpPr>
        <p:spPr>
          <a:xfrm>
            <a:off x="768644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0" name="Rectangle 909"/>
          <p:cNvSpPr/>
          <p:nvPr userDrawn="1"/>
        </p:nvSpPr>
        <p:spPr>
          <a:xfrm>
            <a:off x="7998974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1" name="Oval 910"/>
          <p:cNvSpPr/>
          <p:nvPr userDrawn="1"/>
        </p:nvSpPr>
        <p:spPr>
          <a:xfrm>
            <a:off x="806735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2" name="Moon 911"/>
          <p:cNvSpPr/>
          <p:nvPr userDrawn="1"/>
        </p:nvSpPr>
        <p:spPr>
          <a:xfrm>
            <a:off x="806735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3" name="Rectangle 912"/>
          <p:cNvSpPr/>
          <p:nvPr userDrawn="1"/>
        </p:nvSpPr>
        <p:spPr>
          <a:xfrm>
            <a:off x="8379877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14" name="Oval 913"/>
          <p:cNvSpPr/>
          <p:nvPr userDrawn="1"/>
        </p:nvSpPr>
        <p:spPr>
          <a:xfrm>
            <a:off x="844825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5" name="Moon 914"/>
          <p:cNvSpPr/>
          <p:nvPr userDrawn="1"/>
        </p:nvSpPr>
        <p:spPr>
          <a:xfrm>
            <a:off x="844825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6" name="Rectangle 915"/>
          <p:cNvSpPr/>
          <p:nvPr userDrawn="1"/>
        </p:nvSpPr>
        <p:spPr>
          <a:xfrm>
            <a:off x="8760781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17" name="Oval 916"/>
          <p:cNvSpPr/>
          <p:nvPr userDrawn="1"/>
        </p:nvSpPr>
        <p:spPr>
          <a:xfrm>
            <a:off x="882915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8" name="Moon 917"/>
          <p:cNvSpPr/>
          <p:nvPr userDrawn="1"/>
        </p:nvSpPr>
        <p:spPr>
          <a:xfrm>
            <a:off x="882915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9" name="Rectangle 918"/>
          <p:cNvSpPr/>
          <p:nvPr userDrawn="1"/>
        </p:nvSpPr>
        <p:spPr>
          <a:xfrm>
            <a:off x="0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20" name="Oval 919"/>
          <p:cNvSpPr/>
          <p:nvPr userDrawn="1"/>
        </p:nvSpPr>
        <p:spPr>
          <a:xfrm>
            <a:off x="6837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" name="Moon 920"/>
          <p:cNvSpPr/>
          <p:nvPr userDrawn="1"/>
        </p:nvSpPr>
        <p:spPr>
          <a:xfrm>
            <a:off x="6837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" name="Rectangle 921"/>
          <p:cNvSpPr/>
          <p:nvPr userDrawn="1"/>
        </p:nvSpPr>
        <p:spPr>
          <a:xfrm>
            <a:off x="380904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" name="Oval 922"/>
          <p:cNvSpPr/>
          <p:nvPr userDrawn="1"/>
        </p:nvSpPr>
        <p:spPr>
          <a:xfrm>
            <a:off x="44928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4" name="Moon 923"/>
          <p:cNvSpPr/>
          <p:nvPr userDrawn="1"/>
        </p:nvSpPr>
        <p:spPr>
          <a:xfrm>
            <a:off x="44928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5" name="Rectangle 924"/>
          <p:cNvSpPr/>
          <p:nvPr userDrawn="1"/>
        </p:nvSpPr>
        <p:spPr>
          <a:xfrm>
            <a:off x="761807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6" name="Oval 925"/>
          <p:cNvSpPr/>
          <p:nvPr userDrawn="1"/>
        </p:nvSpPr>
        <p:spPr>
          <a:xfrm>
            <a:off x="83018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7" name="Moon 926"/>
          <p:cNvSpPr/>
          <p:nvPr userDrawn="1"/>
        </p:nvSpPr>
        <p:spPr>
          <a:xfrm>
            <a:off x="83018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8" name="Rectangle 927"/>
          <p:cNvSpPr/>
          <p:nvPr userDrawn="1"/>
        </p:nvSpPr>
        <p:spPr>
          <a:xfrm>
            <a:off x="1142711" y="571297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9" name="Oval 928"/>
          <p:cNvSpPr/>
          <p:nvPr userDrawn="1"/>
        </p:nvSpPr>
        <p:spPr>
          <a:xfrm>
            <a:off x="121108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0" name="Moon 929"/>
          <p:cNvSpPr/>
          <p:nvPr userDrawn="1"/>
        </p:nvSpPr>
        <p:spPr>
          <a:xfrm>
            <a:off x="121108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1" name="Rectangle 930"/>
          <p:cNvSpPr/>
          <p:nvPr userDrawn="1"/>
        </p:nvSpPr>
        <p:spPr>
          <a:xfrm>
            <a:off x="1523614" y="571297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2" name="Oval 931"/>
          <p:cNvSpPr/>
          <p:nvPr userDrawn="1"/>
        </p:nvSpPr>
        <p:spPr>
          <a:xfrm>
            <a:off x="159199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3" name="Moon 932"/>
          <p:cNvSpPr/>
          <p:nvPr userDrawn="1"/>
        </p:nvSpPr>
        <p:spPr>
          <a:xfrm>
            <a:off x="159199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4" name="Rectangle 933"/>
          <p:cNvSpPr/>
          <p:nvPr userDrawn="1"/>
        </p:nvSpPr>
        <p:spPr>
          <a:xfrm>
            <a:off x="1904518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5" name="Oval 934"/>
          <p:cNvSpPr/>
          <p:nvPr userDrawn="1"/>
        </p:nvSpPr>
        <p:spPr>
          <a:xfrm>
            <a:off x="1972894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" name="Moon 935"/>
          <p:cNvSpPr/>
          <p:nvPr userDrawn="1"/>
        </p:nvSpPr>
        <p:spPr>
          <a:xfrm>
            <a:off x="1972894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7" name="Rectangle 936"/>
          <p:cNvSpPr/>
          <p:nvPr userDrawn="1"/>
        </p:nvSpPr>
        <p:spPr>
          <a:xfrm>
            <a:off x="2285421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8" name="Oval 937"/>
          <p:cNvSpPr/>
          <p:nvPr userDrawn="1"/>
        </p:nvSpPr>
        <p:spPr>
          <a:xfrm>
            <a:off x="235379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9" name="Moon 938"/>
          <p:cNvSpPr/>
          <p:nvPr userDrawn="1"/>
        </p:nvSpPr>
        <p:spPr>
          <a:xfrm>
            <a:off x="235379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0" name="Rectangle 939"/>
          <p:cNvSpPr/>
          <p:nvPr userDrawn="1"/>
        </p:nvSpPr>
        <p:spPr>
          <a:xfrm>
            <a:off x="2666325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1" name="Oval 940"/>
          <p:cNvSpPr/>
          <p:nvPr userDrawn="1"/>
        </p:nvSpPr>
        <p:spPr>
          <a:xfrm>
            <a:off x="2734701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2" name="Moon 941"/>
          <p:cNvSpPr/>
          <p:nvPr userDrawn="1"/>
        </p:nvSpPr>
        <p:spPr>
          <a:xfrm>
            <a:off x="2734701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3" name="Rectangle 942"/>
          <p:cNvSpPr/>
          <p:nvPr userDrawn="1"/>
        </p:nvSpPr>
        <p:spPr>
          <a:xfrm>
            <a:off x="3047228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4" name="Oval 943"/>
          <p:cNvSpPr/>
          <p:nvPr userDrawn="1"/>
        </p:nvSpPr>
        <p:spPr>
          <a:xfrm>
            <a:off x="3115604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5" name="Moon 944"/>
          <p:cNvSpPr/>
          <p:nvPr userDrawn="1"/>
        </p:nvSpPr>
        <p:spPr>
          <a:xfrm>
            <a:off x="3115604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6" name="Rectangle 945"/>
          <p:cNvSpPr/>
          <p:nvPr userDrawn="1"/>
        </p:nvSpPr>
        <p:spPr>
          <a:xfrm>
            <a:off x="3428132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7" name="Oval 946"/>
          <p:cNvSpPr/>
          <p:nvPr userDrawn="1"/>
        </p:nvSpPr>
        <p:spPr>
          <a:xfrm>
            <a:off x="3496508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8" name="Moon 947"/>
          <p:cNvSpPr/>
          <p:nvPr userDrawn="1"/>
        </p:nvSpPr>
        <p:spPr>
          <a:xfrm>
            <a:off x="3496508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9" name="Rectangle 948"/>
          <p:cNvSpPr/>
          <p:nvPr userDrawn="1"/>
        </p:nvSpPr>
        <p:spPr>
          <a:xfrm>
            <a:off x="3809035" y="571297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0" name="Oval 949"/>
          <p:cNvSpPr/>
          <p:nvPr userDrawn="1"/>
        </p:nvSpPr>
        <p:spPr>
          <a:xfrm>
            <a:off x="3877411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1" name="Moon 950"/>
          <p:cNvSpPr/>
          <p:nvPr userDrawn="1"/>
        </p:nvSpPr>
        <p:spPr>
          <a:xfrm>
            <a:off x="3877411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2" name="Rectangle 951"/>
          <p:cNvSpPr/>
          <p:nvPr userDrawn="1"/>
        </p:nvSpPr>
        <p:spPr>
          <a:xfrm>
            <a:off x="4189939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3" name="Oval 952"/>
          <p:cNvSpPr/>
          <p:nvPr userDrawn="1"/>
        </p:nvSpPr>
        <p:spPr>
          <a:xfrm>
            <a:off x="4258315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4" name="Moon 953"/>
          <p:cNvSpPr/>
          <p:nvPr userDrawn="1"/>
        </p:nvSpPr>
        <p:spPr>
          <a:xfrm>
            <a:off x="4258315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5" name="Rectangle 954"/>
          <p:cNvSpPr/>
          <p:nvPr userDrawn="1"/>
        </p:nvSpPr>
        <p:spPr>
          <a:xfrm>
            <a:off x="4570842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6" name="Oval 955"/>
          <p:cNvSpPr/>
          <p:nvPr userDrawn="1"/>
        </p:nvSpPr>
        <p:spPr>
          <a:xfrm>
            <a:off x="4639218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7" name="Moon 956"/>
          <p:cNvSpPr/>
          <p:nvPr userDrawn="1"/>
        </p:nvSpPr>
        <p:spPr>
          <a:xfrm>
            <a:off x="4639218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8" name="Rectangle 957"/>
          <p:cNvSpPr/>
          <p:nvPr userDrawn="1"/>
        </p:nvSpPr>
        <p:spPr>
          <a:xfrm>
            <a:off x="4951746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9" name="Oval 958"/>
          <p:cNvSpPr/>
          <p:nvPr userDrawn="1"/>
        </p:nvSpPr>
        <p:spPr>
          <a:xfrm>
            <a:off x="5020122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0" name="Moon 959"/>
          <p:cNvSpPr/>
          <p:nvPr userDrawn="1"/>
        </p:nvSpPr>
        <p:spPr>
          <a:xfrm>
            <a:off x="5020122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1" name="Rectangle 960"/>
          <p:cNvSpPr/>
          <p:nvPr userDrawn="1"/>
        </p:nvSpPr>
        <p:spPr>
          <a:xfrm>
            <a:off x="5332649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2" name="Oval 961"/>
          <p:cNvSpPr/>
          <p:nvPr userDrawn="1"/>
        </p:nvSpPr>
        <p:spPr>
          <a:xfrm>
            <a:off x="5401025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" name="Moon 962"/>
          <p:cNvSpPr/>
          <p:nvPr userDrawn="1"/>
        </p:nvSpPr>
        <p:spPr>
          <a:xfrm>
            <a:off x="5401025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" name="Rectangle 963"/>
          <p:cNvSpPr/>
          <p:nvPr userDrawn="1"/>
        </p:nvSpPr>
        <p:spPr>
          <a:xfrm>
            <a:off x="5713553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" name="Oval 964"/>
          <p:cNvSpPr/>
          <p:nvPr userDrawn="1"/>
        </p:nvSpPr>
        <p:spPr>
          <a:xfrm>
            <a:off x="5781929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" name="Moon 965"/>
          <p:cNvSpPr/>
          <p:nvPr userDrawn="1"/>
        </p:nvSpPr>
        <p:spPr>
          <a:xfrm>
            <a:off x="5781929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7" name="Rectangle 966"/>
          <p:cNvSpPr/>
          <p:nvPr userDrawn="1"/>
        </p:nvSpPr>
        <p:spPr>
          <a:xfrm>
            <a:off x="6094456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" name="Oval 967"/>
          <p:cNvSpPr/>
          <p:nvPr userDrawn="1"/>
        </p:nvSpPr>
        <p:spPr>
          <a:xfrm>
            <a:off x="6162832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" name="Moon 968"/>
          <p:cNvSpPr/>
          <p:nvPr userDrawn="1"/>
        </p:nvSpPr>
        <p:spPr>
          <a:xfrm>
            <a:off x="6162832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0" name="Rectangle 969"/>
          <p:cNvSpPr/>
          <p:nvPr userDrawn="1"/>
        </p:nvSpPr>
        <p:spPr>
          <a:xfrm>
            <a:off x="6475360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1" name="Oval 970"/>
          <p:cNvSpPr/>
          <p:nvPr userDrawn="1"/>
        </p:nvSpPr>
        <p:spPr>
          <a:xfrm>
            <a:off x="654373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2" name="Moon 971"/>
          <p:cNvSpPr/>
          <p:nvPr userDrawn="1"/>
        </p:nvSpPr>
        <p:spPr>
          <a:xfrm>
            <a:off x="654373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3" name="Rectangle 972"/>
          <p:cNvSpPr/>
          <p:nvPr userDrawn="1"/>
        </p:nvSpPr>
        <p:spPr>
          <a:xfrm>
            <a:off x="6856263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74" name="Oval 973"/>
          <p:cNvSpPr/>
          <p:nvPr userDrawn="1"/>
        </p:nvSpPr>
        <p:spPr>
          <a:xfrm>
            <a:off x="6924639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5" name="Moon 974"/>
          <p:cNvSpPr/>
          <p:nvPr userDrawn="1"/>
        </p:nvSpPr>
        <p:spPr>
          <a:xfrm>
            <a:off x="6924639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6" name="Rectangle 975"/>
          <p:cNvSpPr/>
          <p:nvPr userDrawn="1"/>
        </p:nvSpPr>
        <p:spPr>
          <a:xfrm>
            <a:off x="7237167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77" name="Oval 976"/>
          <p:cNvSpPr/>
          <p:nvPr userDrawn="1"/>
        </p:nvSpPr>
        <p:spPr>
          <a:xfrm>
            <a:off x="730554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8" name="Moon 977"/>
          <p:cNvSpPr/>
          <p:nvPr userDrawn="1"/>
        </p:nvSpPr>
        <p:spPr>
          <a:xfrm>
            <a:off x="730554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" name="Rectangle 978"/>
          <p:cNvSpPr/>
          <p:nvPr userDrawn="1"/>
        </p:nvSpPr>
        <p:spPr>
          <a:xfrm>
            <a:off x="7618070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0" name="Oval 979"/>
          <p:cNvSpPr/>
          <p:nvPr userDrawn="1"/>
        </p:nvSpPr>
        <p:spPr>
          <a:xfrm>
            <a:off x="768644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1" name="Moon 980"/>
          <p:cNvSpPr/>
          <p:nvPr userDrawn="1"/>
        </p:nvSpPr>
        <p:spPr>
          <a:xfrm>
            <a:off x="768644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2" name="Rectangle 981"/>
          <p:cNvSpPr/>
          <p:nvPr userDrawn="1"/>
        </p:nvSpPr>
        <p:spPr>
          <a:xfrm>
            <a:off x="7998974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3" name="Oval 982"/>
          <p:cNvSpPr/>
          <p:nvPr userDrawn="1"/>
        </p:nvSpPr>
        <p:spPr>
          <a:xfrm>
            <a:off x="806735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4" name="Moon 983"/>
          <p:cNvSpPr/>
          <p:nvPr userDrawn="1"/>
        </p:nvSpPr>
        <p:spPr>
          <a:xfrm>
            <a:off x="806735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5" name="Rectangle 984"/>
          <p:cNvSpPr/>
          <p:nvPr userDrawn="1"/>
        </p:nvSpPr>
        <p:spPr>
          <a:xfrm>
            <a:off x="8379877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6" name="Oval 985"/>
          <p:cNvSpPr/>
          <p:nvPr userDrawn="1"/>
        </p:nvSpPr>
        <p:spPr>
          <a:xfrm>
            <a:off x="844825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7" name="Moon 986"/>
          <p:cNvSpPr/>
          <p:nvPr userDrawn="1"/>
        </p:nvSpPr>
        <p:spPr>
          <a:xfrm>
            <a:off x="844825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8" name="Rectangle 987"/>
          <p:cNvSpPr/>
          <p:nvPr userDrawn="1"/>
        </p:nvSpPr>
        <p:spPr>
          <a:xfrm>
            <a:off x="8760781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9" name="Oval 988"/>
          <p:cNvSpPr/>
          <p:nvPr userDrawn="1"/>
        </p:nvSpPr>
        <p:spPr>
          <a:xfrm>
            <a:off x="882915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0" name="Moon 989"/>
          <p:cNvSpPr/>
          <p:nvPr userDrawn="1"/>
        </p:nvSpPr>
        <p:spPr>
          <a:xfrm>
            <a:off x="882915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1" name="Rectangle 990"/>
          <p:cNvSpPr/>
          <p:nvPr userDrawn="1"/>
        </p:nvSpPr>
        <p:spPr>
          <a:xfrm>
            <a:off x="0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" name="Oval 991"/>
          <p:cNvSpPr/>
          <p:nvPr userDrawn="1"/>
        </p:nvSpPr>
        <p:spPr>
          <a:xfrm>
            <a:off x="6837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3" name="Moon 992"/>
          <p:cNvSpPr/>
          <p:nvPr userDrawn="1"/>
        </p:nvSpPr>
        <p:spPr>
          <a:xfrm>
            <a:off x="6837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4" name="Rectangle 993"/>
          <p:cNvSpPr/>
          <p:nvPr userDrawn="1"/>
        </p:nvSpPr>
        <p:spPr>
          <a:xfrm>
            <a:off x="38090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5" name="Oval 994"/>
          <p:cNvSpPr/>
          <p:nvPr userDrawn="1"/>
        </p:nvSpPr>
        <p:spPr>
          <a:xfrm>
            <a:off x="44928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6" name="Moon 995"/>
          <p:cNvSpPr/>
          <p:nvPr userDrawn="1"/>
        </p:nvSpPr>
        <p:spPr>
          <a:xfrm>
            <a:off x="44928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7" name="Rectangle 996"/>
          <p:cNvSpPr/>
          <p:nvPr userDrawn="1"/>
        </p:nvSpPr>
        <p:spPr>
          <a:xfrm>
            <a:off x="761807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98" name="Oval 997"/>
          <p:cNvSpPr/>
          <p:nvPr userDrawn="1"/>
        </p:nvSpPr>
        <p:spPr>
          <a:xfrm>
            <a:off x="83018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9" name="Moon 998"/>
          <p:cNvSpPr/>
          <p:nvPr userDrawn="1"/>
        </p:nvSpPr>
        <p:spPr>
          <a:xfrm>
            <a:off x="83018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" name="Rectangle 999"/>
          <p:cNvSpPr/>
          <p:nvPr userDrawn="1"/>
        </p:nvSpPr>
        <p:spPr>
          <a:xfrm>
            <a:off x="1142711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01" name="Oval 1000"/>
          <p:cNvSpPr/>
          <p:nvPr userDrawn="1"/>
        </p:nvSpPr>
        <p:spPr>
          <a:xfrm>
            <a:off x="121108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2" name="Moon 1001"/>
          <p:cNvSpPr/>
          <p:nvPr userDrawn="1"/>
        </p:nvSpPr>
        <p:spPr>
          <a:xfrm>
            <a:off x="121108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" name="Rectangle 1002"/>
          <p:cNvSpPr/>
          <p:nvPr userDrawn="1"/>
        </p:nvSpPr>
        <p:spPr>
          <a:xfrm>
            <a:off x="152361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4" name="Oval 1003"/>
          <p:cNvSpPr/>
          <p:nvPr userDrawn="1"/>
        </p:nvSpPr>
        <p:spPr>
          <a:xfrm>
            <a:off x="159199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5" name="Moon 1004"/>
          <p:cNvSpPr/>
          <p:nvPr userDrawn="1"/>
        </p:nvSpPr>
        <p:spPr>
          <a:xfrm>
            <a:off x="159199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6" name="Rectangle 1005"/>
          <p:cNvSpPr/>
          <p:nvPr userDrawn="1"/>
        </p:nvSpPr>
        <p:spPr>
          <a:xfrm>
            <a:off x="1904518" y="5332107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7" name="Oval 1006"/>
          <p:cNvSpPr/>
          <p:nvPr userDrawn="1"/>
        </p:nvSpPr>
        <p:spPr>
          <a:xfrm>
            <a:off x="1972894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8" name="Moon 1007"/>
          <p:cNvSpPr/>
          <p:nvPr userDrawn="1"/>
        </p:nvSpPr>
        <p:spPr>
          <a:xfrm>
            <a:off x="1972894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" name="Rectangle 1008"/>
          <p:cNvSpPr/>
          <p:nvPr userDrawn="1"/>
        </p:nvSpPr>
        <p:spPr>
          <a:xfrm>
            <a:off x="2285421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10" name="Oval 1009"/>
          <p:cNvSpPr/>
          <p:nvPr userDrawn="1"/>
        </p:nvSpPr>
        <p:spPr>
          <a:xfrm>
            <a:off x="235379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1" name="Moon 1010"/>
          <p:cNvSpPr/>
          <p:nvPr userDrawn="1"/>
        </p:nvSpPr>
        <p:spPr>
          <a:xfrm>
            <a:off x="235379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" name="Rectangle 1011"/>
          <p:cNvSpPr/>
          <p:nvPr userDrawn="1"/>
        </p:nvSpPr>
        <p:spPr>
          <a:xfrm>
            <a:off x="2666325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13" name="Oval 1012"/>
          <p:cNvSpPr/>
          <p:nvPr userDrawn="1"/>
        </p:nvSpPr>
        <p:spPr>
          <a:xfrm>
            <a:off x="2734701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4" name="Moon 1013"/>
          <p:cNvSpPr/>
          <p:nvPr userDrawn="1"/>
        </p:nvSpPr>
        <p:spPr>
          <a:xfrm>
            <a:off x="2734701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5" name="Rectangle 1014"/>
          <p:cNvSpPr/>
          <p:nvPr userDrawn="1"/>
        </p:nvSpPr>
        <p:spPr>
          <a:xfrm>
            <a:off x="3047228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16" name="Oval 1015"/>
          <p:cNvSpPr/>
          <p:nvPr userDrawn="1"/>
        </p:nvSpPr>
        <p:spPr>
          <a:xfrm>
            <a:off x="3115604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7" name="Moon 1016"/>
          <p:cNvSpPr/>
          <p:nvPr userDrawn="1"/>
        </p:nvSpPr>
        <p:spPr>
          <a:xfrm>
            <a:off x="3115604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" name="Rectangle 1017"/>
          <p:cNvSpPr/>
          <p:nvPr userDrawn="1"/>
        </p:nvSpPr>
        <p:spPr>
          <a:xfrm>
            <a:off x="3428132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9" name="Oval 1018"/>
          <p:cNvSpPr/>
          <p:nvPr userDrawn="1"/>
        </p:nvSpPr>
        <p:spPr>
          <a:xfrm>
            <a:off x="3496508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0" name="Moon 1019"/>
          <p:cNvSpPr/>
          <p:nvPr userDrawn="1"/>
        </p:nvSpPr>
        <p:spPr>
          <a:xfrm>
            <a:off x="3496508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1" name="Rectangle 1020"/>
          <p:cNvSpPr/>
          <p:nvPr userDrawn="1"/>
        </p:nvSpPr>
        <p:spPr>
          <a:xfrm>
            <a:off x="3809035" y="5332107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2" name="Oval 1021"/>
          <p:cNvSpPr/>
          <p:nvPr userDrawn="1"/>
        </p:nvSpPr>
        <p:spPr>
          <a:xfrm>
            <a:off x="3877411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3" name="Moon 1022"/>
          <p:cNvSpPr/>
          <p:nvPr userDrawn="1"/>
        </p:nvSpPr>
        <p:spPr>
          <a:xfrm>
            <a:off x="3877411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Rectangle 1023"/>
          <p:cNvSpPr/>
          <p:nvPr userDrawn="1"/>
        </p:nvSpPr>
        <p:spPr>
          <a:xfrm>
            <a:off x="4189939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25" name="Oval 1024"/>
          <p:cNvSpPr/>
          <p:nvPr userDrawn="1"/>
        </p:nvSpPr>
        <p:spPr>
          <a:xfrm>
            <a:off x="4258315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Moon 1025"/>
          <p:cNvSpPr/>
          <p:nvPr userDrawn="1"/>
        </p:nvSpPr>
        <p:spPr>
          <a:xfrm>
            <a:off x="4258315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Rectangle 1026"/>
          <p:cNvSpPr/>
          <p:nvPr userDrawn="1"/>
        </p:nvSpPr>
        <p:spPr>
          <a:xfrm>
            <a:off x="4570842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Oval 1027"/>
          <p:cNvSpPr/>
          <p:nvPr userDrawn="1"/>
        </p:nvSpPr>
        <p:spPr>
          <a:xfrm>
            <a:off x="4639218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Moon 1028"/>
          <p:cNvSpPr/>
          <p:nvPr userDrawn="1"/>
        </p:nvSpPr>
        <p:spPr>
          <a:xfrm>
            <a:off x="4639218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1029"/>
          <p:cNvSpPr/>
          <p:nvPr userDrawn="1"/>
        </p:nvSpPr>
        <p:spPr>
          <a:xfrm>
            <a:off x="4951746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Oval 1030"/>
          <p:cNvSpPr/>
          <p:nvPr userDrawn="1"/>
        </p:nvSpPr>
        <p:spPr>
          <a:xfrm>
            <a:off x="5020122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Moon 1031"/>
          <p:cNvSpPr/>
          <p:nvPr userDrawn="1"/>
        </p:nvSpPr>
        <p:spPr>
          <a:xfrm>
            <a:off x="5020122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/>
          <p:cNvSpPr/>
          <p:nvPr userDrawn="1"/>
        </p:nvSpPr>
        <p:spPr>
          <a:xfrm>
            <a:off x="5332649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Oval 1033"/>
          <p:cNvSpPr/>
          <p:nvPr userDrawn="1"/>
        </p:nvSpPr>
        <p:spPr>
          <a:xfrm>
            <a:off x="5401025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Moon 1034"/>
          <p:cNvSpPr/>
          <p:nvPr userDrawn="1"/>
        </p:nvSpPr>
        <p:spPr>
          <a:xfrm>
            <a:off x="5401025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/>
          <p:cNvSpPr/>
          <p:nvPr userDrawn="1"/>
        </p:nvSpPr>
        <p:spPr>
          <a:xfrm>
            <a:off x="5713553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Oval 1036"/>
          <p:cNvSpPr/>
          <p:nvPr userDrawn="1"/>
        </p:nvSpPr>
        <p:spPr>
          <a:xfrm>
            <a:off x="5781929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Moon 1037"/>
          <p:cNvSpPr/>
          <p:nvPr userDrawn="1"/>
        </p:nvSpPr>
        <p:spPr>
          <a:xfrm>
            <a:off x="5781929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/>
          <p:cNvSpPr/>
          <p:nvPr userDrawn="1"/>
        </p:nvSpPr>
        <p:spPr>
          <a:xfrm>
            <a:off x="6094456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Oval 1039"/>
          <p:cNvSpPr/>
          <p:nvPr userDrawn="1"/>
        </p:nvSpPr>
        <p:spPr>
          <a:xfrm>
            <a:off x="6162832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Moon 1040"/>
          <p:cNvSpPr/>
          <p:nvPr userDrawn="1"/>
        </p:nvSpPr>
        <p:spPr>
          <a:xfrm>
            <a:off x="6162832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/>
          <p:cNvSpPr/>
          <p:nvPr userDrawn="1"/>
        </p:nvSpPr>
        <p:spPr>
          <a:xfrm>
            <a:off x="6475360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Oval 1042"/>
          <p:cNvSpPr/>
          <p:nvPr userDrawn="1"/>
        </p:nvSpPr>
        <p:spPr>
          <a:xfrm>
            <a:off x="654373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Moon 1043"/>
          <p:cNvSpPr/>
          <p:nvPr userDrawn="1"/>
        </p:nvSpPr>
        <p:spPr>
          <a:xfrm>
            <a:off x="654373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/>
          <p:cNvSpPr/>
          <p:nvPr userDrawn="1"/>
        </p:nvSpPr>
        <p:spPr>
          <a:xfrm>
            <a:off x="6856263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Oval 1045"/>
          <p:cNvSpPr/>
          <p:nvPr userDrawn="1"/>
        </p:nvSpPr>
        <p:spPr>
          <a:xfrm>
            <a:off x="6924639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Moon 1046"/>
          <p:cNvSpPr/>
          <p:nvPr userDrawn="1"/>
        </p:nvSpPr>
        <p:spPr>
          <a:xfrm>
            <a:off x="6924639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/>
          <p:cNvSpPr/>
          <p:nvPr userDrawn="1"/>
        </p:nvSpPr>
        <p:spPr>
          <a:xfrm>
            <a:off x="7237167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Oval 1048"/>
          <p:cNvSpPr/>
          <p:nvPr userDrawn="1"/>
        </p:nvSpPr>
        <p:spPr>
          <a:xfrm>
            <a:off x="730554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Moon 1049"/>
          <p:cNvSpPr/>
          <p:nvPr userDrawn="1"/>
        </p:nvSpPr>
        <p:spPr>
          <a:xfrm>
            <a:off x="730554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/>
          <p:cNvSpPr/>
          <p:nvPr userDrawn="1"/>
        </p:nvSpPr>
        <p:spPr>
          <a:xfrm>
            <a:off x="7618070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Oval 1051"/>
          <p:cNvSpPr/>
          <p:nvPr userDrawn="1"/>
        </p:nvSpPr>
        <p:spPr>
          <a:xfrm>
            <a:off x="768644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Moon 1052"/>
          <p:cNvSpPr/>
          <p:nvPr userDrawn="1"/>
        </p:nvSpPr>
        <p:spPr>
          <a:xfrm>
            <a:off x="768644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3"/>
          <p:cNvSpPr/>
          <p:nvPr userDrawn="1"/>
        </p:nvSpPr>
        <p:spPr>
          <a:xfrm>
            <a:off x="799897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Oval 1054"/>
          <p:cNvSpPr/>
          <p:nvPr userDrawn="1"/>
        </p:nvSpPr>
        <p:spPr>
          <a:xfrm>
            <a:off x="806735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Moon 1055"/>
          <p:cNvSpPr/>
          <p:nvPr userDrawn="1"/>
        </p:nvSpPr>
        <p:spPr>
          <a:xfrm>
            <a:off x="806735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/>
          <p:cNvSpPr/>
          <p:nvPr userDrawn="1"/>
        </p:nvSpPr>
        <p:spPr>
          <a:xfrm>
            <a:off x="8379877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2" name="Oval 1441"/>
          <p:cNvSpPr/>
          <p:nvPr userDrawn="1"/>
        </p:nvSpPr>
        <p:spPr>
          <a:xfrm>
            <a:off x="844825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3" name="Moon 1442"/>
          <p:cNvSpPr/>
          <p:nvPr userDrawn="1"/>
        </p:nvSpPr>
        <p:spPr>
          <a:xfrm>
            <a:off x="844825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4" name="Rectangle 1443"/>
          <p:cNvSpPr/>
          <p:nvPr userDrawn="1"/>
        </p:nvSpPr>
        <p:spPr>
          <a:xfrm>
            <a:off x="8760781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5" name="Oval 1444"/>
          <p:cNvSpPr/>
          <p:nvPr userDrawn="1"/>
        </p:nvSpPr>
        <p:spPr>
          <a:xfrm>
            <a:off x="882915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6" name="Moon 1445"/>
          <p:cNvSpPr/>
          <p:nvPr userDrawn="1"/>
        </p:nvSpPr>
        <p:spPr>
          <a:xfrm>
            <a:off x="882915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7" name="Rectangle 1446"/>
          <p:cNvSpPr/>
          <p:nvPr userDrawn="1"/>
        </p:nvSpPr>
        <p:spPr>
          <a:xfrm>
            <a:off x="0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48" name="Oval 1447"/>
          <p:cNvSpPr/>
          <p:nvPr userDrawn="1"/>
        </p:nvSpPr>
        <p:spPr>
          <a:xfrm>
            <a:off x="68376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9" name="Moon 1448"/>
          <p:cNvSpPr/>
          <p:nvPr userDrawn="1"/>
        </p:nvSpPr>
        <p:spPr>
          <a:xfrm>
            <a:off x="6837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0" name="Rectangle 1449"/>
          <p:cNvSpPr/>
          <p:nvPr userDrawn="1"/>
        </p:nvSpPr>
        <p:spPr>
          <a:xfrm>
            <a:off x="380904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51" name="Oval 1450"/>
          <p:cNvSpPr/>
          <p:nvPr userDrawn="1"/>
        </p:nvSpPr>
        <p:spPr>
          <a:xfrm>
            <a:off x="449280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" name="Moon 1451"/>
          <p:cNvSpPr/>
          <p:nvPr userDrawn="1"/>
        </p:nvSpPr>
        <p:spPr>
          <a:xfrm>
            <a:off x="44928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3" name="Rectangle 1452"/>
          <p:cNvSpPr/>
          <p:nvPr userDrawn="1"/>
        </p:nvSpPr>
        <p:spPr>
          <a:xfrm>
            <a:off x="761807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4" name="Oval 1453"/>
          <p:cNvSpPr/>
          <p:nvPr userDrawn="1"/>
        </p:nvSpPr>
        <p:spPr>
          <a:xfrm>
            <a:off x="830183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5" name="Moon 1454"/>
          <p:cNvSpPr/>
          <p:nvPr userDrawn="1"/>
        </p:nvSpPr>
        <p:spPr>
          <a:xfrm>
            <a:off x="83018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6" name="Rectangle 1455"/>
          <p:cNvSpPr/>
          <p:nvPr userDrawn="1"/>
        </p:nvSpPr>
        <p:spPr>
          <a:xfrm>
            <a:off x="1142711" y="114259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7" name="Oval 1456"/>
          <p:cNvSpPr/>
          <p:nvPr userDrawn="1"/>
        </p:nvSpPr>
        <p:spPr>
          <a:xfrm>
            <a:off x="1211087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8" name="Moon 1457"/>
          <p:cNvSpPr/>
          <p:nvPr userDrawn="1"/>
        </p:nvSpPr>
        <p:spPr>
          <a:xfrm>
            <a:off x="121108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9" name="Rectangle 1458"/>
          <p:cNvSpPr/>
          <p:nvPr userDrawn="1"/>
        </p:nvSpPr>
        <p:spPr>
          <a:xfrm>
            <a:off x="1523614" y="114259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0" name="Oval 1459"/>
          <p:cNvSpPr/>
          <p:nvPr userDrawn="1"/>
        </p:nvSpPr>
        <p:spPr>
          <a:xfrm>
            <a:off x="1591990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1" name="Moon 1460"/>
          <p:cNvSpPr/>
          <p:nvPr userDrawn="1"/>
        </p:nvSpPr>
        <p:spPr>
          <a:xfrm>
            <a:off x="159199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2" name="Rectangle 1461"/>
          <p:cNvSpPr/>
          <p:nvPr userDrawn="1"/>
        </p:nvSpPr>
        <p:spPr>
          <a:xfrm>
            <a:off x="1904518" y="114259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3" name="Oval 1462"/>
          <p:cNvSpPr/>
          <p:nvPr userDrawn="1"/>
        </p:nvSpPr>
        <p:spPr>
          <a:xfrm>
            <a:off x="1972894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4" name="Moon 1463"/>
          <p:cNvSpPr/>
          <p:nvPr userDrawn="1"/>
        </p:nvSpPr>
        <p:spPr>
          <a:xfrm>
            <a:off x="1972894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5" name="Rectangle 1464"/>
          <p:cNvSpPr/>
          <p:nvPr userDrawn="1"/>
        </p:nvSpPr>
        <p:spPr>
          <a:xfrm>
            <a:off x="2285421" y="1142594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6" name="Oval 1465"/>
          <p:cNvSpPr/>
          <p:nvPr userDrawn="1"/>
        </p:nvSpPr>
        <p:spPr>
          <a:xfrm>
            <a:off x="2353797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7" name="Moon 1466"/>
          <p:cNvSpPr/>
          <p:nvPr userDrawn="1"/>
        </p:nvSpPr>
        <p:spPr>
          <a:xfrm>
            <a:off x="235379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8" name="Rectangle 1467"/>
          <p:cNvSpPr/>
          <p:nvPr userDrawn="1"/>
        </p:nvSpPr>
        <p:spPr>
          <a:xfrm>
            <a:off x="2666325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9" name="Oval 1468"/>
          <p:cNvSpPr/>
          <p:nvPr userDrawn="1"/>
        </p:nvSpPr>
        <p:spPr>
          <a:xfrm>
            <a:off x="2734701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0" name="Moon 1469"/>
          <p:cNvSpPr/>
          <p:nvPr userDrawn="1"/>
        </p:nvSpPr>
        <p:spPr>
          <a:xfrm>
            <a:off x="2734701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1" name="Rectangle 1470"/>
          <p:cNvSpPr/>
          <p:nvPr userDrawn="1"/>
        </p:nvSpPr>
        <p:spPr>
          <a:xfrm>
            <a:off x="3047228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2" name="Oval 1471"/>
          <p:cNvSpPr/>
          <p:nvPr userDrawn="1"/>
        </p:nvSpPr>
        <p:spPr>
          <a:xfrm>
            <a:off x="3115604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3" name="Moon 1472"/>
          <p:cNvSpPr/>
          <p:nvPr userDrawn="1"/>
        </p:nvSpPr>
        <p:spPr>
          <a:xfrm>
            <a:off x="3115604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4" name="Rectangle 1473"/>
          <p:cNvSpPr/>
          <p:nvPr userDrawn="1"/>
        </p:nvSpPr>
        <p:spPr>
          <a:xfrm>
            <a:off x="3428132" y="1142594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5" name="Oval 1474"/>
          <p:cNvSpPr/>
          <p:nvPr userDrawn="1"/>
        </p:nvSpPr>
        <p:spPr>
          <a:xfrm>
            <a:off x="3496508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6" name="Moon 1475"/>
          <p:cNvSpPr/>
          <p:nvPr userDrawn="1"/>
        </p:nvSpPr>
        <p:spPr>
          <a:xfrm>
            <a:off x="3496508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7" name="Rectangle 1476"/>
          <p:cNvSpPr/>
          <p:nvPr userDrawn="1"/>
        </p:nvSpPr>
        <p:spPr>
          <a:xfrm>
            <a:off x="3809035" y="1142594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8" name="Oval 1477"/>
          <p:cNvSpPr/>
          <p:nvPr userDrawn="1"/>
        </p:nvSpPr>
        <p:spPr>
          <a:xfrm>
            <a:off x="3877411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9" name="Moon 1478"/>
          <p:cNvSpPr/>
          <p:nvPr userDrawn="1"/>
        </p:nvSpPr>
        <p:spPr>
          <a:xfrm>
            <a:off x="3877411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0" name="Rectangle 1479"/>
          <p:cNvSpPr/>
          <p:nvPr userDrawn="1"/>
        </p:nvSpPr>
        <p:spPr>
          <a:xfrm>
            <a:off x="4189939" y="114259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1" name="Oval 1480"/>
          <p:cNvSpPr/>
          <p:nvPr userDrawn="1"/>
        </p:nvSpPr>
        <p:spPr>
          <a:xfrm>
            <a:off x="4258315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2" name="Moon 1481"/>
          <p:cNvSpPr/>
          <p:nvPr userDrawn="1"/>
        </p:nvSpPr>
        <p:spPr>
          <a:xfrm>
            <a:off x="4258315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3" name="Rectangle 1482"/>
          <p:cNvSpPr/>
          <p:nvPr userDrawn="1"/>
        </p:nvSpPr>
        <p:spPr>
          <a:xfrm>
            <a:off x="4570842" y="114259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4" name="Oval 1483"/>
          <p:cNvSpPr/>
          <p:nvPr userDrawn="1"/>
        </p:nvSpPr>
        <p:spPr>
          <a:xfrm>
            <a:off x="4639218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5" name="Moon 1484"/>
          <p:cNvSpPr/>
          <p:nvPr userDrawn="1"/>
        </p:nvSpPr>
        <p:spPr>
          <a:xfrm>
            <a:off x="4639218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6" name="Rectangle 1485"/>
          <p:cNvSpPr/>
          <p:nvPr userDrawn="1"/>
        </p:nvSpPr>
        <p:spPr>
          <a:xfrm>
            <a:off x="4951746" y="114259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7" name="Oval 1486"/>
          <p:cNvSpPr/>
          <p:nvPr userDrawn="1"/>
        </p:nvSpPr>
        <p:spPr>
          <a:xfrm>
            <a:off x="5020122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8" name="Moon 1487"/>
          <p:cNvSpPr/>
          <p:nvPr userDrawn="1"/>
        </p:nvSpPr>
        <p:spPr>
          <a:xfrm>
            <a:off x="5020122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9" name="Rectangle 1488"/>
          <p:cNvSpPr/>
          <p:nvPr userDrawn="1"/>
        </p:nvSpPr>
        <p:spPr>
          <a:xfrm>
            <a:off x="5332649" y="114259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0" name="Oval 1489"/>
          <p:cNvSpPr/>
          <p:nvPr userDrawn="1"/>
        </p:nvSpPr>
        <p:spPr>
          <a:xfrm>
            <a:off x="5401025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" name="Moon 1490"/>
          <p:cNvSpPr/>
          <p:nvPr userDrawn="1"/>
        </p:nvSpPr>
        <p:spPr>
          <a:xfrm>
            <a:off x="5401025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" name="Rectangle 1491"/>
          <p:cNvSpPr/>
          <p:nvPr userDrawn="1"/>
        </p:nvSpPr>
        <p:spPr>
          <a:xfrm>
            <a:off x="5713553" y="114259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3" name="Oval 1492"/>
          <p:cNvSpPr/>
          <p:nvPr userDrawn="1"/>
        </p:nvSpPr>
        <p:spPr>
          <a:xfrm>
            <a:off x="5781929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4" name="Moon 1493"/>
          <p:cNvSpPr/>
          <p:nvPr userDrawn="1"/>
        </p:nvSpPr>
        <p:spPr>
          <a:xfrm>
            <a:off x="5781929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5" name="Rectangle 1494"/>
          <p:cNvSpPr/>
          <p:nvPr userDrawn="1"/>
        </p:nvSpPr>
        <p:spPr>
          <a:xfrm>
            <a:off x="6094456" y="114259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6" name="Oval 1495"/>
          <p:cNvSpPr/>
          <p:nvPr userDrawn="1"/>
        </p:nvSpPr>
        <p:spPr>
          <a:xfrm>
            <a:off x="6162832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7" name="Moon 1496"/>
          <p:cNvSpPr/>
          <p:nvPr userDrawn="1"/>
        </p:nvSpPr>
        <p:spPr>
          <a:xfrm>
            <a:off x="6162832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8" name="Rectangle 1497"/>
          <p:cNvSpPr/>
          <p:nvPr userDrawn="1"/>
        </p:nvSpPr>
        <p:spPr>
          <a:xfrm>
            <a:off x="6475360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9" name="Oval 1498"/>
          <p:cNvSpPr/>
          <p:nvPr userDrawn="1"/>
        </p:nvSpPr>
        <p:spPr>
          <a:xfrm>
            <a:off x="6543736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0" name="Moon 1499"/>
          <p:cNvSpPr/>
          <p:nvPr userDrawn="1"/>
        </p:nvSpPr>
        <p:spPr>
          <a:xfrm>
            <a:off x="654373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1" name="Rectangle 1500"/>
          <p:cNvSpPr/>
          <p:nvPr userDrawn="1"/>
        </p:nvSpPr>
        <p:spPr>
          <a:xfrm>
            <a:off x="6856263" y="114259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2" name="Oval 1501"/>
          <p:cNvSpPr/>
          <p:nvPr userDrawn="1"/>
        </p:nvSpPr>
        <p:spPr>
          <a:xfrm>
            <a:off x="6924639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3" name="Moon 1502"/>
          <p:cNvSpPr/>
          <p:nvPr userDrawn="1"/>
        </p:nvSpPr>
        <p:spPr>
          <a:xfrm>
            <a:off x="6924639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4" name="Rectangle 1503"/>
          <p:cNvSpPr/>
          <p:nvPr userDrawn="1"/>
        </p:nvSpPr>
        <p:spPr>
          <a:xfrm>
            <a:off x="7237167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05" name="Oval 1504"/>
          <p:cNvSpPr/>
          <p:nvPr userDrawn="1"/>
        </p:nvSpPr>
        <p:spPr>
          <a:xfrm>
            <a:off x="7305543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6" name="Moon 1505"/>
          <p:cNvSpPr/>
          <p:nvPr userDrawn="1"/>
        </p:nvSpPr>
        <p:spPr>
          <a:xfrm>
            <a:off x="730554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7" name="Rectangle 1506"/>
          <p:cNvSpPr/>
          <p:nvPr userDrawn="1"/>
        </p:nvSpPr>
        <p:spPr>
          <a:xfrm>
            <a:off x="7618070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08" name="Oval 1507"/>
          <p:cNvSpPr/>
          <p:nvPr userDrawn="1"/>
        </p:nvSpPr>
        <p:spPr>
          <a:xfrm>
            <a:off x="7686446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9" name="Moon 1508"/>
          <p:cNvSpPr/>
          <p:nvPr userDrawn="1"/>
        </p:nvSpPr>
        <p:spPr>
          <a:xfrm>
            <a:off x="768644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0" name="Rectangle 1509"/>
          <p:cNvSpPr/>
          <p:nvPr userDrawn="1"/>
        </p:nvSpPr>
        <p:spPr>
          <a:xfrm>
            <a:off x="7998974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1" name="Oval 1510"/>
          <p:cNvSpPr/>
          <p:nvPr userDrawn="1"/>
        </p:nvSpPr>
        <p:spPr>
          <a:xfrm>
            <a:off x="8067350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2" name="Moon 1511"/>
          <p:cNvSpPr/>
          <p:nvPr userDrawn="1"/>
        </p:nvSpPr>
        <p:spPr>
          <a:xfrm>
            <a:off x="806735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3" name="Rectangle 1512"/>
          <p:cNvSpPr/>
          <p:nvPr userDrawn="1"/>
        </p:nvSpPr>
        <p:spPr>
          <a:xfrm>
            <a:off x="8379877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4" name="Oval 1513"/>
          <p:cNvSpPr/>
          <p:nvPr userDrawn="1"/>
        </p:nvSpPr>
        <p:spPr>
          <a:xfrm>
            <a:off x="8448253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5" name="Moon 1514"/>
          <p:cNvSpPr/>
          <p:nvPr userDrawn="1"/>
        </p:nvSpPr>
        <p:spPr>
          <a:xfrm>
            <a:off x="844825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6" name="Rectangle 1515"/>
          <p:cNvSpPr/>
          <p:nvPr userDrawn="1"/>
        </p:nvSpPr>
        <p:spPr>
          <a:xfrm>
            <a:off x="8760781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7" name="Oval 1516"/>
          <p:cNvSpPr/>
          <p:nvPr userDrawn="1"/>
        </p:nvSpPr>
        <p:spPr>
          <a:xfrm>
            <a:off x="8829157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8" name="Moon 1517"/>
          <p:cNvSpPr/>
          <p:nvPr userDrawn="1"/>
        </p:nvSpPr>
        <p:spPr>
          <a:xfrm>
            <a:off x="882915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9" name="Rectangle 1518"/>
          <p:cNvSpPr/>
          <p:nvPr userDrawn="1"/>
        </p:nvSpPr>
        <p:spPr>
          <a:xfrm>
            <a:off x="0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20" name="Oval 1519"/>
          <p:cNvSpPr/>
          <p:nvPr userDrawn="1"/>
        </p:nvSpPr>
        <p:spPr>
          <a:xfrm>
            <a:off x="68376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1" name="Moon 1520"/>
          <p:cNvSpPr/>
          <p:nvPr userDrawn="1"/>
        </p:nvSpPr>
        <p:spPr>
          <a:xfrm>
            <a:off x="6837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2" name="Rectangle 1521"/>
          <p:cNvSpPr/>
          <p:nvPr userDrawn="1"/>
        </p:nvSpPr>
        <p:spPr>
          <a:xfrm>
            <a:off x="380904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23" name="Oval 1522"/>
          <p:cNvSpPr/>
          <p:nvPr userDrawn="1"/>
        </p:nvSpPr>
        <p:spPr>
          <a:xfrm>
            <a:off x="449280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4" name="Moon 1523"/>
          <p:cNvSpPr/>
          <p:nvPr userDrawn="1"/>
        </p:nvSpPr>
        <p:spPr>
          <a:xfrm>
            <a:off x="449280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5" name="Rectangle 1524"/>
          <p:cNvSpPr/>
          <p:nvPr userDrawn="1"/>
        </p:nvSpPr>
        <p:spPr>
          <a:xfrm>
            <a:off x="761807" y="76173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6" name="Oval 1525"/>
          <p:cNvSpPr/>
          <p:nvPr userDrawn="1"/>
        </p:nvSpPr>
        <p:spPr>
          <a:xfrm>
            <a:off x="830183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7" name="Moon 1526"/>
          <p:cNvSpPr/>
          <p:nvPr userDrawn="1"/>
        </p:nvSpPr>
        <p:spPr>
          <a:xfrm>
            <a:off x="830183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8" name="Rectangle 1527"/>
          <p:cNvSpPr/>
          <p:nvPr userDrawn="1"/>
        </p:nvSpPr>
        <p:spPr>
          <a:xfrm>
            <a:off x="1142711" y="76173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9" name="Oval 1528"/>
          <p:cNvSpPr/>
          <p:nvPr userDrawn="1"/>
        </p:nvSpPr>
        <p:spPr>
          <a:xfrm>
            <a:off x="1211087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0" name="Moon 1529"/>
          <p:cNvSpPr/>
          <p:nvPr userDrawn="1"/>
        </p:nvSpPr>
        <p:spPr>
          <a:xfrm>
            <a:off x="121108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1" name="Rectangle 1530"/>
          <p:cNvSpPr/>
          <p:nvPr userDrawn="1"/>
        </p:nvSpPr>
        <p:spPr>
          <a:xfrm>
            <a:off x="1523614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2" name="Oval 1531"/>
          <p:cNvSpPr/>
          <p:nvPr userDrawn="1"/>
        </p:nvSpPr>
        <p:spPr>
          <a:xfrm>
            <a:off x="1591990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3" name="Moon 1532"/>
          <p:cNvSpPr/>
          <p:nvPr userDrawn="1"/>
        </p:nvSpPr>
        <p:spPr>
          <a:xfrm>
            <a:off x="1591990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4" name="Rectangle 1533"/>
          <p:cNvSpPr/>
          <p:nvPr userDrawn="1"/>
        </p:nvSpPr>
        <p:spPr>
          <a:xfrm>
            <a:off x="1904518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5" name="Oval 1534"/>
          <p:cNvSpPr/>
          <p:nvPr userDrawn="1"/>
        </p:nvSpPr>
        <p:spPr>
          <a:xfrm>
            <a:off x="1972894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" name="Moon 1535"/>
          <p:cNvSpPr/>
          <p:nvPr userDrawn="1"/>
        </p:nvSpPr>
        <p:spPr>
          <a:xfrm>
            <a:off x="1972894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7" name="Rectangle 1536"/>
          <p:cNvSpPr/>
          <p:nvPr userDrawn="1"/>
        </p:nvSpPr>
        <p:spPr>
          <a:xfrm>
            <a:off x="2285421" y="76173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8" name="Oval 1537"/>
          <p:cNvSpPr/>
          <p:nvPr userDrawn="1"/>
        </p:nvSpPr>
        <p:spPr>
          <a:xfrm>
            <a:off x="2353797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9" name="Moon 1538"/>
          <p:cNvSpPr/>
          <p:nvPr userDrawn="1"/>
        </p:nvSpPr>
        <p:spPr>
          <a:xfrm>
            <a:off x="235379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0" name="Rectangle 1539"/>
          <p:cNvSpPr/>
          <p:nvPr userDrawn="1"/>
        </p:nvSpPr>
        <p:spPr>
          <a:xfrm>
            <a:off x="2666325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1" name="Oval 1540"/>
          <p:cNvSpPr/>
          <p:nvPr userDrawn="1"/>
        </p:nvSpPr>
        <p:spPr>
          <a:xfrm>
            <a:off x="2734701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2" name="Moon 1541"/>
          <p:cNvSpPr/>
          <p:nvPr userDrawn="1"/>
        </p:nvSpPr>
        <p:spPr>
          <a:xfrm>
            <a:off x="2734701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3" name="Rectangle 1542"/>
          <p:cNvSpPr/>
          <p:nvPr userDrawn="1"/>
        </p:nvSpPr>
        <p:spPr>
          <a:xfrm>
            <a:off x="3047228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4" name="Oval 1543"/>
          <p:cNvSpPr/>
          <p:nvPr userDrawn="1"/>
        </p:nvSpPr>
        <p:spPr>
          <a:xfrm>
            <a:off x="3115604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5" name="Moon 1544"/>
          <p:cNvSpPr/>
          <p:nvPr userDrawn="1"/>
        </p:nvSpPr>
        <p:spPr>
          <a:xfrm>
            <a:off x="3115604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6" name="Rectangle 1545"/>
          <p:cNvSpPr/>
          <p:nvPr userDrawn="1"/>
        </p:nvSpPr>
        <p:spPr>
          <a:xfrm>
            <a:off x="3428132" y="76173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7" name="Oval 1546"/>
          <p:cNvSpPr/>
          <p:nvPr userDrawn="1"/>
        </p:nvSpPr>
        <p:spPr>
          <a:xfrm>
            <a:off x="3496508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8" name="Moon 1547"/>
          <p:cNvSpPr/>
          <p:nvPr userDrawn="1"/>
        </p:nvSpPr>
        <p:spPr>
          <a:xfrm>
            <a:off x="3496508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9" name="Rectangle 1548"/>
          <p:cNvSpPr/>
          <p:nvPr userDrawn="1"/>
        </p:nvSpPr>
        <p:spPr>
          <a:xfrm>
            <a:off x="3809035" y="76173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0" name="Oval 1549"/>
          <p:cNvSpPr/>
          <p:nvPr userDrawn="1"/>
        </p:nvSpPr>
        <p:spPr>
          <a:xfrm>
            <a:off x="3877411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1" name="Moon 1550"/>
          <p:cNvSpPr/>
          <p:nvPr userDrawn="1"/>
        </p:nvSpPr>
        <p:spPr>
          <a:xfrm>
            <a:off x="3877411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2" name="Rectangle 1551"/>
          <p:cNvSpPr/>
          <p:nvPr userDrawn="1"/>
        </p:nvSpPr>
        <p:spPr>
          <a:xfrm>
            <a:off x="4189939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3" name="Oval 1552"/>
          <p:cNvSpPr/>
          <p:nvPr userDrawn="1"/>
        </p:nvSpPr>
        <p:spPr>
          <a:xfrm>
            <a:off x="4258315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4" name="Moon 1553"/>
          <p:cNvSpPr/>
          <p:nvPr userDrawn="1"/>
        </p:nvSpPr>
        <p:spPr>
          <a:xfrm>
            <a:off x="4258315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5" name="Rectangle 1554"/>
          <p:cNvSpPr/>
          <p:nvPr userDrawn="1"/>
        </p:nvSpPr>
        <p:spPr>
          <a:xfrm>
            <a:off x="4570842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6" name="Oval 1555"/>
          <p:cNvSpPr/>
          <p:nvPr userDrawn="1"/>
        </p:nvSpPr>
        <p:spPr>
          <a:xfrm>
            <a:off x="4639218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7" name="Moon 1556"/>
          <p:cNvSpPr/>
          <p:nvPr userDrawn="1"/>
        </p:nvSpPr>
        <p:spPr>
          <a:xfrm>
            <a:off x="4639218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8" name="Rectangle 1557"/>
          <p:cNvSpPr/>
          <p:nvPr userDrawn="1"/>
        </p:nvSpPr>
        <p:spPr>
          <a:xfrm>
            <a:off x="4951746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9" name="Oval 1558"/>
          <p:cNvSpPr/>
          <p:nvPr userDrawn="1"/>
        </p:nvSpPr>
        <p:spPr>
          <a:xfrm>
            <a:off x="5020122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0" name="Moon 1559"/>
          <p:cNvSpPr/>
          <p:nvPr userDrawn="1"/>
        </p:nvSpPr>
        <p:spPr>
          <a:xfrm>
            <a:off x="5020122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1" name="Rectangle 1560"/>
          <p:cNvSpPr/>
          <p:nvPr userDrawn="1"/>
        </p:nvSpPr>
        <p:spPr>
          <a:xfrm>
            <a:off x="5332649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2" name="Oval 1561"/>
          <p:cNvSpPr/>
          <p:nvPr userDrawn="1"/>
        </p:nvSpPr>
        <p:spPr>
          <a:xfrm>
            <a:off x="5401025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3" name="Moon 1562"/>
          <p:cNvSpPr/>
          <p:nvPr userDrawn="1"/>
        </p:nvSpPr>
        <p:spPr>
          <a:xfrm>
            <a:off x="5401025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4" name="Rectangle 1563"/>
          <p:cNvSpPr/>
          <p:nvPr userDrawn="1"/>
        </p:nvSpPr>
        <p:spPr>
          <a:xfrm>
            <a:off x="5713553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5" name="Oval 1564"/>
          <p:cNvSpPr/>
          <p:nvPr userDrawn="1"/>
        </p:nvSpPr>
        <p:spPr>
          <a:xfrm>
            <a:off x="5781929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6" name="Moon 1565"/>
          <p:cNvSpPr/>
          <p:nvPr userDrawn="1"/>
        </p:nvSpPr>
        <p:spPr>
          <a:xfrm>
            <a:off x="5781929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7" name="Rectangle 1566"/>
          <p:cNvSpPr/>
          <p:nvPr userDrawn="1"/>
        </p:nvSpPr>
        <p:spPr>
          <a:xfrm>
            <a:off x="6094456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8" name="Oval 1567"/>
          <p:cNvSpPr/>
          <p:nvPr userDrawn="1"/>
        </p:nvSpPr>
        <p:spPr>
          <a:xfrm>
            <a:off x="6162832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9" name="Moon 1568"/>
          <p:cNvSpPr/>
          <p:nvPr userDrawn="1"/>
        </p:nvSpPr>
        <p:spPr>
          <a:xfrm>
            <a:off x="6162832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0" name="Rectangle 1569"/>
          <p:cNvSpPr/>
          <p:nvPr userDrawn="1"/>
        </p:nvSpPr>
        <p:spPr>
          <a:xfrm>
            <a:off x="6475360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1" name="Oval 1570"/>
          <p:cNvSpPr/>
          <p:nvPr userDrawn="1"/>
        </p:nvSpPr>
        <p:spPr>
          <a:xfrm>
            <a:off x="6543736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2" name="Moon 1571"/>
          <p:cNvSpPr/>
          <p:nvPr userDrawn="1"/>
        </p:nvSpPr>
        <p:spPr>
          <a:xfrm>
            <a:off x="654373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3" name="Rectangle 1572"/>
          <p:cNvSpPr/>
          <p:nvPr userDrawn="1"/>
        </p:nvSpPr>
        <p:spPr>
          <a:xfrm>
            <a:off x="6856263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4" name="Oval 1573"/>
          <p:cNvSpPr/>
          <p:nvPr userDrawn="1"/>
        </p:nvSpPr>
        <p:spPr>
          <a:xfrm>
            <a:off x="6924639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5" name="Moon 1574"/>
          <p:cNvSpPr/>
          <p:nvPr userDrawn="1"/>
        </p:nvSpPr>
        <p:spPr>
          <a:xfrm>
            <a:off x="6924639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6" name="Rectangle 1575"/>
          <p:cNvSpPr/>
          <p:nvPr userDrawn="1"/>
        </p:nvSpPr>
        <p:spPr>
          <a:xfrm>
            <a:off x="7237167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7" name="Oval 1576"/>
          <p:cNvSpPr/>
          <p:nvPr userDrawn="1"/>
        </p:nvSpPr>
        <p:spPr>
          <a:xfrm>
            <a:off x="7305543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8" name="Moon 1577"/>
          <p:cNvSpPr/>
          <p:nvPr userDrawn="1"/>
        </p:nvSpPr>
        <p:spPr>
          <a:xfrm>
            <a:off x="7305543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9" name="Rectangle 1578"/>
          <p:cNvSpPr/>
          <p:nvPr userDrawn="1"/>
        </p:nvSpPr>
        <p:spPr>
          <a:xfrm>
            <a:off x="7618070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0" name="Oval 1579"/>
          <p:cNvSpPr/>
          <p:nvPr userDrawn="1"/>
        </p:nvSpPr>
        <p:spPr>
          <a:xfrm>
            <a:off x="7686446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1" name="Moon 1580"/>
          <p:cNvSpPr/>
          <p:nvPr userDrawn="1"/>
        </p:nvSpPr>
        <p:spPr>
          <a:xfrm>
            <a:off x="768644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2" name="Rectangle 1581"/>
          <p:cNvSpPr/>
          <p:nvPr userDrawn="1"/>
        </p:nvSpPr>
        <p:spPr>
          <a:xfrm>
            <a:off x="7998974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3" name="Oval 1582"/>
          <p:cNvSpPr/>
          <p:nvPr userDrawn="1"/>
        </p:nvSpPr>
        <p:spPr>
          <a:xfrm>
            <a:off x="8067350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4" name="Moon 1583"/>
          <p:cNvSpPr/>
          <p:nvPr userDrawn="1"/>
        </p:nvSpPr>
        <p:spPr>
          <a:xfrm>
            <a:off x="8067350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5" name="Rectangle 1584"/>
          <p:cNvSpPr/>
          <p:nvPr userDrawn="1"/>
        </p:nvSpPr>
        <p:spPr>
          <a:xfrm>
            <a:off x="8379877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6" name="Oval 1585"/>
          <p:cNvSpPr/>
          <p:nvPr userDrawn="1"/>
        </p:nvSpPr>
        <p:spPr>
          <a:xfrm>
            <a:off x="8448253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7" name="Moon 1586"/>
          <p:cNvSpPr/>
          <p:nvPr userDrawn="1"/>
        </p:nvSpPr>
        <p:spPr>
          <a:xfrm>
            <a:off x="8448253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8" name="Rectangle 1587"/>
          <p:cNvSpPr/>
          <p:nvPr userDrawn="1"/>
        </p:nvSpPr>
        <p:spPr>
          <a:xfrm>
            <a:off x="8760781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9" name="Oval 1588"/>
          <p:cNvSpPr/>
          <p:nvPr userDrawn="1"/>
        </p:nvSpPr>
        <p:spPr>
          <a:xfrm>
            <a:off x="8829157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0" name="Moon 1589"/>
          <p:cNvSpPr/>
          <p:nvPr userDrawn="1"/>
        </p:nvSpPr>
        <p:spPr>
          <a:xfrm>
            <a:off x="882915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1" name="Rectangle 1590"/>
          <p:cNvSpPr/>
          <p:nvPr userDrawn="1"/>
        </p:nvSpPr>
        <p:spPr>
          <a:xfrm>
            <a:off x="0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2" name="Oval 1591"/>
          <p:cNvSpPr/>
          <p:nvPr userDrawn="1"/>
        </p:nvSpPr>
        <p:spPr>
          <a:xfrm>
            <a:off x="6837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3" name="Moon 1592"/>
          <p:cNvSpPr/>
          <p:nvPr userDrawn="1"/>
        </p:nvSpPr>
        <p:spPr>
          <a:xfrm>
            <a:off x="6837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4" name="Rectangle 1593"/>
          <p:cNvSpPr/>
          <p:nvPr userDrawn="1"/>
        </p:nvSpPr>
        <p:spPr>
          <a:xfrm>
            <a:off x="380904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5" name="Oval 1594"/>
          <p:cNvSpPr/>
          <p:nvPr userDrawn="1"/>
        </p:nvSpPr>
        <p:spPr>
          <a:xfrm>
            <a:off x="449280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6" name="Moon 1595"/>
          <p:cNvSpPr/>
          <p:nvPr userDrawn="1"/>
        </p:nvSpPr>
        <p:spPr>
          <a:xfrm>
            <a:off x="44928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7" name="Rectangle 1596"/>
          <p:cNvSpPr/>
          <p:nvPr userDrawn="1"/>
        </p:nvSpPr>
        <p:spPr>
          <a:xfrm>
            <a:off x="761807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8" name="Oval 1597"/>
          <p:cNvSpPr/>
          <p:nvPr userDrawn="1"/>
        </p:nvSpPr>
        <p:spPr>
          <a:xfrm>
            <a:off x="830183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9" name="Moon 1598"/>
          <p:cNvSpPr/>
          <p:nvPr userDrawn="1"/>
        </p:nvSpPr>
        <p:spPr>
          <a:xfrm>
            <a:off x="83018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0" name="Rectangle 1599"/>
          <p:cNvSpPr/>
          <p:nvPr userDrawn="1"/>
        </p:nvSpPr>
        <p:spPr>
          <a:xfrm>
            <a:off x="1142711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1" name="Oval 1600"/>
          <p:cNvSpPr/>
          <p:nvPr userDrawn="1"/>
        </p:nvSpPr>
        <p:spPr>
          <a:xfrm>
            <a:off x="1211087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2" name="Moon 1601"/>
          <p:cNvSpPr/>
          <p:nvPr userDrawn="1"/>
        </p:nvSpPr>
        <p:spPr>
          <a:xfrm>
            <a:off x="121108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3" name="Rectangle 1602"/>
          <p:cNvSpPr/>
          <p:nvPr userDrawn="1"/>
        </p:nvSpPr>
        <p:spPr>
          <a:xfrm>
            <a:off x="1523614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04" name="Oval 1603"/>
          <p:cNvSpPr/>
          <p:nvPr userDrawn="1"/>
        </p:nvSpPr>
        <p:spPr>
          <a:xfrm>
            <a:off x="1591990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5" name="Moon 1604"/>
          <p:cNvSpPr/>
          <p:nvPr userDrawn="1"/>
        </p:nvSpPr>
        <p:spPr>
          <a:xfrm>
            <a:off x="159199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6" name="Rectangle 1605"/>
          <p:cNvSpPr/>
          <p:nvPr userDrawn="1"/>
        </p:nvSpPr>
        <p:spPr>
          <a:xfrm>
            <a:off x="1904518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07" name="Oval 1606"/>
          <p:cNvSpPr/>
          <p:nvPr userDrawn="1"/>
        </p:nvSpPr>
        <p:spPr>
          <a:xfrm>
            <a:off x="1972894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8" name="Moon 1607"/>
          <p:cNvSpPr/>
          <p:nvPr userDrawn="1"/>
        </p:nvSpPr>
        <p:spPr>
          <a:xfrm>
            <a:off x="1972894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9" name="Rectangle 1608"/>
          <p:cNvSpPr/>
          <p:nvPr userDrawn="1"/>
        </p:nvSpPr>
        <p:spPr>
          <a:xfrm>
            <a:off x="2285421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0" name="Oval 1609"/>
          <p:cNvSpPr/>
          <p:nvPr userDrawn="1"/>
        </p:nvSpPr>
        <p:spPr>
          <a:xfrm>
            <a:off x="2353797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1" name="Moon 1610"/>
          <p:cNvSpPr/>
          <p:nvPr userDrawn="1"/>
        </p:nvSpPr>
        <p:spPr>
          <a:xfrm>
            <a:off x="235379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2" name="Rectangle 1611"/>
          <p:cNvSpPr/>
          <p:nvPr userDrawn="1"/>
        </p:nvSpPr>
        <p:spPr>
          <a:xfrm>
            <a:off x="2666325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3" name="Oval 1612"/>
          <p:cNvSpPr/>
          <p:nvPr userDrawn="1"/>
        </p:nvSpPr>
        <p:spPr>
          <a:xfrm>
            <a:off x="2734701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4" name="Moon 1613"/>
          <p:cNvSpPr/>
          <p:nvPr userDrawn="1"/>
        </p:nvSpPr>
        <p:spPr>
          <a:xfrm>
            <a:off x="2734701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5" name="Rectangle 1614"/>
          <p:cNvSpPr/>
          <p:nvPr userDrawn="1"/>
        </p:nvSpPr>
        <p:spPr>
          <a:xfrm>
            <a:off x="3047228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16" name="Oval 1615"/>
          <p:cNvSpPr/>
          <p:nvPr userDrawn="1"/>
        </p:nvSpPr>
        <p:spPr>
          <a:xfrm>
            <a:off x="3115604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7" name="Moon 1616"/>
          <p:cNvSpPr/>
          <p:nvPr userDrawn="1"/>
        </p:nvSpPr>
        <p:spPr>
          <a:xfrm>
            <a:off x="3115604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8" name="Rectangle 1617"/>
          <p:cNvSpPr/>
          <p:nvPr userDrawn="1"/>
        </p:nvSpPr>
        <p:spPr>
          <a:xfrm>
            <a:off x="3428132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9" name="Oval 1618"/>
          <p:cNvSpPr/>
          <p:nvPr userDrawn="1"/>
        </p:nvSpPr>
        <p:spPr>
          <a:xfrm>
            <a:off x="3496508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0" name="Moon 1619"/>
          <p:cNvSpPr/>
          <p:nvPr userDrawn="1"/>
        </p:nvSpPr>
        <p:spPr>
          <a:xfrm>
            <a:off x="3496508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1" name="Rectangle 1620"/>
          <p:cNvSpPr/>
          <p:nvPr userDrawn="1"/>
        </p:nvSpPr>
        <p:spPr>
          <a:xfrm>
            <a:off x="3809035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2" name="Oval 1621"/>
          <p:cNvSpPr/>
          <p:nvPr userDrawn="1"/>
        </p:nvSpPr>
        <p:spPr>
          <a:xfrm>
            <a:off x="3877411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3" name="Moon 1622"/>
          <p:cNvSpPr/>
          <p:nvPr userDrawn="1"/>
        </p:nvSpPr>
        <p:spPr>
          <a:xfrm>
            <a:off x="3877411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4" name="Rectangle 1623"/>
          <p:cNvSpPr/>
          <p:nvPr userDrawn="1"/>
        </p:nvSpPr>
        <p:spPr>
          <a:xfrm>
            <a:off x="4189939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5" name="Oval 1624"/>
          <p:cNvSpPr/>
          <p:nvPr userDrawn="1"/>
        </p:nvSpPr>
        <p:spPr>
          <a:xfrm>
            <a:off x="4258315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6" name="Moon 1625"/>
          <p:cNvSpPr/>
          <p:nvPr userDrawn="1"/>
        </p:nvSpPr>
        <p:spPr>
          <a:xfrm>
            <a:off x="4258315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7" name="Rectangle 1626"/>
          <p:cNvSpPr/>
          <p:nvPr userDrawn="1"/>
        </p:nvSpPr>
        <p:spPr>
          <a:xfrm>
            <a:off x="4570842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8" name="Oval 1627"/>
          <p:cNvSpPr/>
          <p:nvPr userDrawn="1"/>
        </p:nvSpPr>
        <p:spPr>
          <a:xfrm>
            <a:off x="4639218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9" name="Moon 1628"/>
          <p:cNvSpPr/>
          <p:nvPr userDrawn="1"/>
        </p:nvSpPr>
        <p:spPr>
          <a:xfrm>
            <a:off x="4639218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0" name="Rectangle 1629"/>
          <p:cNvSpPr/>
          <p:nvPr userDrawn="1"/>
        </p:nvSpPr>
        <p:spPr>
          <a:xfrm>
            <a:off x="4951746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31" name="Oval 1630"/>
          <p:cNvSpPr/>
          <p:nvPr userDrawn="1"/>
        </p:nvSpPr>
        <p:spPr>
          <a:xfrm>
            <a:off x="5020122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2" name="Moon 1631"/>
          <p:cNvSpPr/>
          <p:nvPr userDrawn="1"/>
        </p:nvSpPr>
        <p:spPr>
          <a:xfrm>
            <a:off x="5020122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3" name="Rectangle 1632"/>
          <p:cNvSpPr/>
          <p:nvPr userDrawn="1"/>
        </p:nvSpPr>
        <p:spPr>
          <a:xfrm>
            <a:off x="5332649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4" name="Oval 1633"/>
          <p:cNvSpPr/>
          <p:nvPr userDrawn="1"/>
        </p:nvSpPr>
        <p:spPr>
          <a:xfrm>
            <a:off x="5401025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5" name="Moon 1634"/>
          <p:cNvSpPr/>
          <p:nvPr userDrawn="1"/>
        </p:nvSpPr>
        <p:spPr>
          <a:xfrm>
            <a:off x="5401025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6" name="Rectangle 1635"/>
          <p:cNvSpPr/>
          <p:nvPr userDrawn="1"/>
        </p:nvSpPr>
        <p:spPr>
          <a:xfrm>
            <a:off x="5713553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7" name="Oval 1636"/>
          <p:cNvSpPr/>
          <p:nvPr userDrawn="1"/>
        </p:nvSpPr>
        <p:spPr>
          <a:xfrm>
            <a:off x="5781929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" name="Moon 1637"/>
          <p:cNvSpPr/>
          <p:nvPr userDrawn="1"/>
        </p:nvSpPr>
        <p:spPr>
          <a:xfrm>
            <a:off x="5781929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" name="Rectangle 1638"/>
          <p:cNvSpPr/>
          <p:nvPr userDrawn="1"/>
        </p:nvSpPr>
        <p:spPr>
          <a:xfrm>
            <a:off x="6094456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0" name="Oval 1639"/>
          <p:cNvSpPr/>
          <p:nvPr userDrawn="1"/>
        </p:nvSpPr>
        <p:spPr>
          <a:xfrm>
            <a:off x="6162832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1" name="Moon 1640"/>
          <p:cNvSpPr/>
          <p:nvPr userDrawn="1"/>
        </p:nvSpPr>
        <p:spPr>
          <a:xfrm>
            <a:off x="6162832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2" name="Rectangle 1641"/>
          <p:cNvSpPr/>
          <p:nvPr userDrawn="1"/>
        </p:nvSpPr>
        <p:spPr>
          <a:xfrm>
            <a:off x="6475360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3" name="Oval 1642"/>
          <p:cNvSpPr/>
          <p:nvPr userDrawn="1"/>
        </p:nvSpPr>
        <p:spPr>
          <a:xfrm>
            <a:off x="654373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4" name="Moon 1643"/>
          <p:cNvSpPr/>
          <p:nvPr userDrawn="1"/>
        </p:nvSpPr>
        <p:spPr>
          <a:xfrm>
            <a:off x="654373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5" name="Rectangle 1644"/>
          <p:cNvSpPr/>
          <p:nvPr userDrawn="1"/>
        </p:nvSpPr>
        <p:spPr>
          <a:xfrm>
            <a:off x="6856263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6" name="Oval 1645"/>
          <p:cNvSpPr/>
          <p:nvPr userDrawn="1"/>
        </p:nvSpPr>
        <p:spPr>
          <a:xfrm>
            <a:off x="6924639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7" name="Moon 1646"/>
          <p:cNvSpPr/>
          <p:nvPr userDrawn="1"/>
        </p:nvSpPr>
        <p:spPr>
          <a:xfrm>
            <a:off x="6924639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8" name="Rectangle 1647"/>
          <p:cNvSpPr/>
          <p:nvPr userDrawn="1"/>
        </p:nvSpPr>
        <p:spPr>
          <a:xfrm>
            <a:off x="7237167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9" name="Oval 1648"/>
          <p:cNvSpPr/>
          <p:nvPr userDrawn="1"/>
        </p:nvSpPr>
        <p:spPr>
          <a:xfrm>
            <a:off x="7305543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0" name="Moon 1649"/>
          <p:cNvSpPr/>
          <p:nvPr userDrawn="1"/>
        </p:nvSpPr>
        <p:spPr>
          <a:xfrm>
            <a:off x="730554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1" name="Rectangle 1650"/>
          <p:cNvSpPr/>
          <p:nvPr userDrawn="1"/>
        </p:nvSpPr>
        <p:spPr>
          <a:xfrm>
            <a:off x="7618070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6" name="Oval 1735"/>
          <p:cNvSpPr/>
          <p:nvPr userDrawn="1"/>
        </p:nvSpPr>
        <p:spPr>
          <a:xfrm>
            <a:off x="768644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7" name="Moon 1736"/>
          <p:cNvSpPr/>
          <p:nvPr userDrawn="1"/>
        </p:nvSpPr>
        <p:spPr>
          <a:xfrm>
            <a:off x="768644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8" name="Rectangle 1737"/>
          <p:cNvSpPr/>
          <p:nvPr userDrawn="1"/>
        </p:nvSpPr>
        <p:spPr>
          <a:xfrm>
            <a:off x="7998974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39" name="Oval 1738"/>
          <p:cNvSpPr/>
          <p:nvPr userDrawn="1"/>
        </p:nvSpPr>
        <p:spPr>
          <a:xfrm>
            <a:off x="8067350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0" name="Moon 1739"/>
          <p:cNvSpPr/>
          <p:nvPr userDrawn="1"/>
        </p:nvSpPr>
        <p:spPr>
          <a:xfrm>
            <a:off x="806735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" name="Rectangle 1740"/>
          <p:cNvSpPr/>
          <p:nvPr userDrawn="1"/>
        </p:nvSpPr>
        <p:spPr>
          <a:xfrm>
            <a:off x="8379877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2" name="Oval 1741"/>
          <p:cNvSpPr/>
          <p:nvPr userDrawn="1"/>
        </p:nvSpPr>
        <p:spPr>
          <a:xfrm>
            <a:off x="8448253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3" name="Moon 1742"/>
          <p:cNvSpPr/>
          <p:nvPr userDrawn="1"/>
        </p:nvSpPr>
        <p:spPr>
          <a:xfrm>
            <a:off x="844825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4" name="Rectangle 1743"/>
          <p:cNvSpPr/>
          <p:nvPr userDrawn="1"/>
        </p:nvSpPr>
        <p:spPr>
          <a:xfrm>
            <a:off x="8760781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5" name="Oval 1744"/>
          <p:cNvSpPr/>
          <p:nvPr userDrawn="1"/>
        </p:nvSpPr>
        <p:spPr>
          <a:xfrm>
            <a:off x="8829157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6" name="Moon 1745"/>
          <p:cNvSpPr/>
          <p:nvPr userDrawn="1"/>
        </p:nvSpPr>
        <p:spPr>
          <a:xfrm>
            <a:off x="882915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7" name="Rectangle 1746"/>
          <p:cNvSpPr/>
          <p:nvPr userDrawn="1"/>
        </p:nvSpPr>
        <p:spPr>
          <a:xfrm>
            <a:off x="0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8" name="Oval 1747"/>
          <p:cNvSpPr/>
          <p:nvPr userDrawn="1"/>
        </p:nvSpPr>
        <p:spPr>
          <a:xfrm>
            <a:off x="6837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9" name="Moon 1748"/>
          <p:cNvSpPr/>
          <p:nvPr userDrawn="1"/>
        </p:nvSpPr>
        <p:spPr>
          <a:xfrm>
            <a:off x="6837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0" name="Rectangle 1749"/>
          <p:cNvSpPr/>
          <p:nvPr userDrawn="1"/>
        </p:nvSpPr>
        <p:spPr>
          <a:xfrm>
            <a:off x="380904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1" name="Oval 1750"/>
          <p:cNvSpPr/>
          <p:nvPr userDrawn="1"/>
        </p:nvSpPr>
        <p:spPr>
          <a:xfrm>
            <a:off x="44928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2" name="Moon 1751"/>
          <p:cNvSpPr/>
          <p:nvPr userDrawn="1"/>
        </p:nvSpPr>
        <p:spPr>
          <a:xfrm>
            <a:off x="44928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3" name="Rectangle 1752"/>
          <p:cNvSpPr/>
          <p:nvPr userDrawn="1"/>
        </p:nvSpPr>
        <p:spPr>
          <a:xfrm>
            <a:off x="761807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4" name="Oval 1753"/>
          <p:cNvSpPr/>
          <p:nvPr userDrawn="1"/>
        </p:nvSpPr>
        <p:spPr>
          <a:xfrm>
            <a:off x="83018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5" name="Moon 1754"/>
          <p:cNvSpPr/>
          <p:nvPr userDrawn="1"/>
        </p:nvSpPr>
        <p:spPr>
          <a:xfrm>
            <a:off x="83018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6" name="Rectangle 1755"/>
          <p:cNvSpPr/>
          <p:nvPr userDrawn="1"/>
        </p:nvSpPr>
        <p:spPr>
          <a:xfrm>
            <a:off x="1142711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7" name="Oval 1756"/>
          <p:cNvSpPr/>
          <p:nvPr userDrawn="1"/>
        </p:nvSpPr>
        <p:spPr>
          <a:xfrm>
            <a:off x="121108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8" name="Moon 1757"/>
          <p:cNvSpPr/>
          <p:nvPr userDrawn="1"/>
        </p:nvSpPr>
        <p:spPr>
          <a:xfrm>
            <a:off x="121108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9" name="Rectangle 1758"/>
          <p:cNvSpPr/>
          <p:nvPr userDrawn="1"/>
        </p:nvSpPr>
        <p:spPr>
          <a:xfrm>
            <a:off x="1523614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60" name="Oval 1759"/>
          <p:cNvSpPr/>
          <p:nvPr userDrawn="1"/>
        </p:nvSpPr>
        <p:spPr>
          <a:xfrm>
            <a:off x="159199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1" name="Moon 1760"/>
          <p:cNvSpPr/>
          <p:nvPr userDrawn="1"/>
        </p:nvSpPr>
        <p:spPr>
          <a:xfrm>
            <a:off x="159199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2" name="Rectangle 1761"/>
          <p:cNvSpPr/>
          <p:nvPr userDrawn="1"/>
        </p:nvSpPr>
        <p:spPr>
          <a:xfrm>
            <a:off x="1904518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63" name="Oval 1762"/>
          <p:cNvSpPr/>
          <p:nvPr userDrawn="1"/>
        </p:nvSpPr>
        <p:spPr>
          <a:xfrm>
            <a:off x="1972894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4" name="Moon 1763"/>
          <p:cNvSpPr/>
          <p:nvPr userDrawn="1"/>
        </p:nvSpPr>
        <p:spPr>
          <a:xfrm>
            <a:off x="1972894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5" name="Rectangle 1764"/>
          <p:cNvSpPr/>
          <p:nvPr userDrawn="1"/>
        </p:nvSpPr>
        <p:spPr>
          <a:xfrm>
            <a:off x="2285421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6" name="Oval 1765"/>
          <p:cNvSpPr/>
          <p:nvPr userDrawn="1"/>
        </p:nvSpPr>
        <p:spPr>
          <a:xfrm>
            <a:off x="235379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7" name="Moon 1766"/>
          <p:cNvSpPr/>
          <p:nvPr userDrawn="1"/>
        </p:nvSpPr>
        <p:spPr>
          <a:xfrm>
            <a:off x="235379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8" name="Rectangle 1767"/>
          <p:cNvSpPr/>
          <p:nvPr userDrawn="1"/>
        </p:nvSpPr>
        <p:spPr>
          <a:xfrm>
            <a:off x="2666325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9" name="Oval 1768"/>
          <p:cNvSpPr/>
          <p:nvPr userDrawn="1"/>
        </p:nvSpPr>
        <p:spPr>
          <a:xfrm>
            <a:off x="2734701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0" name="Moon 1769"/>
          <p:cNvSpPr/>
          <p:nvPr userDrawn="1"/>
        </p:nvSpPr>
        <p:spPr>
          <a:xfrm>
            <a:off x="2734701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1" name="Rectangle 1770"/>
          <p:cNvSpPr/>
          <p:nvPr userDrawn="1"/>
        </p:nvSpPr>
        <p:spPr>
          <a:xfrm>
            <a:off x="3047228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73" name="Oval 1772"/>
          <p:cNvSpPr/>
          <p:nvPr userDrawn="1"/>
        </p:nvSpPr>
        <p:spPr>
          <a:xfrm>
            <a:off x="3115604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4" name="Moon 1773"/>
          <p:cNvSpPr/>
          <p:nvPr userDrawn="1"/>
        </p:nvSpPr>
        <p:spPr>
          <a:xfrm>
            <a:off x="3115604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5" name="Rectangle 1774"/>
          <p:cNvSpPr/>
          <p:nvPr userDrawn="1"/>
        </p:nvSpPr>
        <p:spPr>
          <a:xfrm>
            <a:off x="3428132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6" name="Oval 1775"/>
          <p:cNvSpPr/>
          <p:nvPr userDrawn="1"/>
        </p:nvSpPr>
        <p:spPr>
          <a:xfrm>
            <a:off x="3496508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7" name="Moon 1776"/>
          <p:cNvSpPr/>
          <p:nvPr userDrawn="1"/>
        </p:nvSpPr>
        <p:spPr>
          <a:xfrm>
            <a:off x="3496508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8" name="Rectangle 1777"/>
          <p:cNvSpPr/>
          <p:nvPr userDrawn="1"/>
        </p:nvSpPr>
        <p:spPr>
          <a:xfrm>
            <a:off x="3809035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9" name="Oval 1778"/>
          <p:cNvSpPr/>
          <p:nvPr userDrawn="1"/>
        </p:nvSpPr>
        <p:spPr>
          <a:xfrm>
            <a:off x="3877411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0" name="Moon 1779"/>
          <p:cNvSpPr/>
          <p:nvPr userDrawn="1"/>
        </p:nvSpPr>
        <p:spPr>
          <a:xfrm>
            <a:off x="3877411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1" name="Rectangle 1780"/>
          <p:cNvSpPr/>
          <p:nvPr userDrawn="1"/>
        </p:nvSpPr>
        <p:spPr>
          <a:xfrm>
            <a:off x="4189939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2" name="Oval 1781"/>
          <p:cNvSpPr/>
          <p:nvPr userDrawn="1"/>
        </p:nvSpPr>
        <p:spPr>
          <a:xfrm>
            <a:off x="4258315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3" name="Moon 1782"/>
          <p:cNvSpPr/>
          <p:nvPr userDrawn="1"/>
        </p:nvSpPr>
        <p:spPr>
          <a:xfrm>
            <a:off x="4258315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4" name="Rectangle 1783"/>
          <p:cNvSpPr/>
          <p:nvPr userDrawn="1"/>
        </p:nvSpPr>
        <p:spPr>
          <a:xfrm>
            <a:off x="4570842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85" name="Oval 1784"/>
          <p:cNvSpPr/>
          <p:nvPr userDrawn="1"/>
        </p:nvSpPr>
        <p:spPr>
          <a:xfrm>
            <a:off x="4639218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6" name="Moon 1785"/>
          <p:cNvSpPr/>
          <p:nvPr userDrawn="1"/>
        </p:nvSpPr>
        <p:spPr>
          <a:xfrm>
            <a:off x="4639218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7" name="Rectangle 1786"/>
          <p:cNvSpPr/>
          <p:nvPr userDrawn="1"/>
        </p:nvSpPr>
        <p:spPr>
          <a:xfrm>
            <a:off x="4951746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8" name="Oval 1787"/>
          <p:cNvSpPr/>
          <p:nvPr userDrawn="1"/>
        </p:nvSpPr>
        <p:spPr>
          <a:xfrm>
            <a:off x="5020122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9" name="Moon 1788"/>
          <p:cNvSpPr/>
          <p:nvPr userDrawn="1"/>
        </p:nvSpPr>
        <p:spPr>
          <a:xfrm>
            <a:off x="5020122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0" name="Rectangle 1789"/>
          <p:cNvSpPr/>
          <p:nvPr userDrawn="1"/>
        </p:nvSpPr>
        <p:spPr>
          <a:xfrm>
            <a:off x="5332649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1" name="Oval 1790"/>
          <p:cNvSpPr/>
          <p:nvPr userDrawn="1"/>
        </p:nvSpPr>
        <p:spPr>
          <a:xfrm>
            <a:off x="5401025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2" name="Moon 1791"/>
          <p:cNvSpPr/>
          <p:nvPr userDrawn="1"/>
        </p:nvSpPr>
        <p:spPr>
          <a:xfrm>
            <a:off x="5401025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3" name="Rectangle 1792"/>
          <p:cNvSpPr/>
          <p:nvPr userDrawn="1"/>
        </p:nvSpPr>
        <p:spPr>
          <a:xfrm>
            <a:off x="5713553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4" name="Oval 1793"/>
          <p:cNvSpPr/>
          <p:nvPr userDrawn="1"/>
        </p:nvSpPr>
        <p:spPr>
          <a:xfrm>
            <a:off x="5781929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5" name="Moon 1794"/>
          <p:cNvSpPr/>
          <p:nvPr userDrawn="1"/>
        </p:nvSpPr>
        <p:spPr>
          <a:xfrm>
            <a:off x="5781929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6" name="Rectangle 1795"/>
          <p:cNvSpPr/>
          <p:nvPr userDrawn="1"/>
        </p:nvSpPr>
        <p:spPr>
          <a:xfrm>
            <a:off x="6094456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7" name="Oval 1796"/>
          <p:cNvSpPr/>
          <p:nvPr userDrawn="1"/>
        </p:nvSpPr>
        <p:spPr>
          <a:xfrm>
            <a:off x="6162832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8" name="Moon 1797"/>
          <p:cNvSpPr/>
          <p:nvPr userDrawn="1"/>
        </p:nvSpPr>
        <p:spPr>
          <a:xfrm>
            <a:off x="6162832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9" name="Rectangle 1798"/>
          <p:cNvSpPr/>
          <p:nvPr userDrawn="1"/>
        </p:nvSpPr>
        <p:spPr>
          <a:xfrm>
            <a:off x="6475360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0" name="Oval 1799"/>
          <p:cNvSpPr/>
          <p:nvPr userDrawn="1"/>
        </p:nvSpPr>
        <p:spPr>
          <a:xfrm>
            <a:off x="654373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1" name="Moon 1800"/>
          <p:cNvSpPr/>
          <p:nvPr userDrawn="1"/>
        </p:nvSpPr>
        <p:spPr>
          <a:xfrm>
            <a:off x="654373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2" name="Rectangle 1801"/>
          <p:cNvSpPr/>
          <p:nvPr userDrawn="1"/>
        </p:nvSpPr>
        <p:spPr>
          <a:xfrm>
            <a:off x="6856263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3" name="Oval 1802"/>
          <p:cNvSpPr/>
          <p:nvPr userDrawn="1"/>
        </p:nvSpPr>
        <p:spPr>
          <a:xfrm>
            <a:off x="6924639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4" name="Moon 1803"/>
          <p:cNvSpPr/>
          <p:nvPr userDrawn="1"/>
        </p:nvSpPr>
        <p:spPr>
          <a:xfrm>
            <a:off x="6924639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5" name="Rectangle 1804"/>
          <p:cNvSpPr/>
          <p:nvPr userDrawn="1"/>
        </p:nvSpPr>
        <p:spPr>
          <a:xfrm>
            <a:off x="7237167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6" name="Oval 1805"/>
          <p:cNvSpPr/>
          <p:nvPr userDrawn="1"/>
        </p:nvSpPr>
        <p:spPr>
          <a:xfrm>
            <a:off x="730554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7" name="Moon 1806"/>
          <p:cNvSpPr/>
          <p:nvPr userDrawn="1"/>
        </p:nvSpPr>
        <p:spPr>
          <a:xfrm>
            <a:off x="730554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8" name="Rectangle 1807"/>
          <p:cNvSpPr/>
          <p:nvPr userDrawn="1"/>
        </p:nvSpPr>
        <p:spPr>
          <a:xfrm>
            <a:off x="7618070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9" name="Oval 1808"/>
          <p:cNvSpPr/>
          <p:nvPr userDrawn="1"/>
        </p:nvSpPr>
        <p:spPr>
          <a:xfrm>
            <a:off x="768644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0" name="Moon 1809"/>
          <p:cNvSpPr/>
          <p:nvPr userDrawn="1"/>
        </p:nvSpPr>
        <p:spPr>
          <a:xfrm>
            <a:off x="768644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1" name="Rectangle 1810"/>
          <p:cNvSpPr/>
          <p:nvPr userDrawn="1"/>
        </p:nvSpPr>
        <p:spPr>
          <a:xfrm>
            <a:off x="7998974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12" name="Oval 1811"/>
          <p:cNvSpPr/>
          <p:nvPr userDrawn="1"/>
        </p:nvSpPr>
        <p:spPr>
          <a:xfrm>
            <a:off x="806735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3" name="Moon 1812"/>
          <p:cNvSpPr/>
          <p:nvPr userDrawn="1"/>
        </p:nvSpPr>
        <p:spPr>
          <a:xfrm>
            <a:off x="806735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4" name="Rectangle 1813"/>
          <p:cNvSpPr/>
          <p:nvPr userDrawn="1"/>
        </p:nvSpPr>
        <p:spPr>
          <a:xfrm>
            <a:off x="8379877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5" name="Oval 1814"/>
          <p:cNvSpPr/>
          <p:nvPr userDrawn="1"/>
        </p:nvSpPr>
        <p:spPr>
          <a:xfrm>
            <a:off x="844825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6" name="Moon 1815"/>
          <p:cNvSpPr/>
          <p:nvPr userDrawn="1"/>
        </p:nvSpPr>
        <p:spPr>
          <a:xfrm>
            <a:off x="844825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7" name="Rectangle 1816"/>
          <p:cNvSpPr/>
          <p:nvPr userDrawn="1"/>
        </p:nvSpPr>
        <p:spPr>
          <a:xfrm>
            <a:off x="8760781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8" name="Oval 1817"/>
          <p:cNvSpPr/>
          <p:nvPr userDrawn="1"/>
        </p:nvSpPr>
        <p:spPr>
          <a:xfrm>
            <a:off x="882915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9" name="Moon 1818"/>
          <p:cNvSpPr/>
          <p:nvPr userDrawn="1"/>
        </p:nvSpPr>
        <p:spPr>
          <a:xfrm>
            <a:off x="882915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22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O - Title Slide 3">
    <p:bg>
      <p:bgPr>
        <a:gradFill>
          <a:gsLst>
            <a:gs pos="47000">
              <a:schemeClr val="accent3">
                <a:lumMod val="5000"/>
                <a:lumOff val="95000"/>
              </a:schemeClr>
            </a:gs>
            <a:gs pos="83000">
              <a:schemeClr val="accent3">
                <a:lumMod val="45000"/>
                <a:lumOff val="5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29" y="1122363"/>
            <a:ext cx="7858144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772" name="Subtitle 2"/>
          <p:cNvSpPr>
            <a:spLocks noGrp="1"/>
          </p:cNvSpPr>
          <p:nvPr>
            <p:ph type="subTitle" idx="1"/>
          </p:nvPr>
        </p:nvSpPr>
        <p:spPr>
          <a:xfrm>
            <a:off x="643921" y="3602038"/>
            <a:ext cx="7856159" cy="173006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391" name="Rectangle 390"/>
          <p:cNvSpPr/>
          <p:nvPr userDrawn="1"/>
        </p:nvSpPr>
        <p:spPr>
          <a:xfrm>
            <a:off x="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Oval 391"/>
          <p:cNvSpPr/>
          <p:nvPr userDrawn="1"/>
        </p:nvSpPr>
        <p:spPr>
          <a:xfrm>
            <a:off x="6837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Moon 392"/>
          <p:cNvSpPr/>
          <p:nvPr userDrawn="1"/>
        </p:nvSpPr>
        <p:spPr>
          <a:xfrm>
            <a:off x="6837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" name="Rectangle 393"/>
          <p:cNvSpPr/>
          <p:nvPr userDrawn="1"/>
        </p:nvSpPr>
        <p:spPr>
          <a:xfrm>
            <a:off x="380904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5" name="Oval 394"/>
          <p:cNvSpPr/>
          <p:nvPr userDrawn="1"/>
        </p:nvSpPr>
        <p:spPr>
          <a:xfrm>
            <a:off x="44928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6" name="Moon 395"/>
          <p:cNvSpPr/>
          <p:nvPr userDrawn="1"/>
        </p:nvSpPr>
        <p:spPr>
          <a:xfrm>
            <a:off x="44928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Rectangle 396"/>
          <p:cNvSpPr/>
          <p:nvPr userDrawn="1"/>
        </p:nvSpPr>
        <p:spPr>
          <a:xfrm>
            <a:off x="76180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8" name="Oval 397"/>
          <p:cNvSpPr/>
          <p:nvPr userDrawn="1"/>
        </p:nvSpPr>
        <p:spPr>
          <a:xfrm>
            <a:off x="83018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Moon 398"/>
          <p:cNvSpPr/>
          <p:nvPr userDrawn="1"/>
        </p:nvSpPr>
        <p:spPr>
          <a:xfrm>
            <a:off x="83018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Rectangle 399"/>
          <p:cNvSpPr/>
          <p:nvPr userDrawn="1"/>
        </p:nvSpPr>
        <p:spPr>
          <a:xfrm>
            <a:off x="114271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Oval 400"/>
          <p:cNvSpPr/>
          <p:nvPr userDrawn="1"/>
        </p:nvSpPr>
        <p:spPr>
          <a:xfrm>
            <a:off x="121108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Moon 401"/>
          <p:cNvSpPr/>
          <p:nvPr userDrawn="1"/>
        </p:nvSpPr>
        <p:spPr>
          <a:xfrm>
            <a:off x="121108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Rectangle 402"/>
          <p:cNvSpPr/>
          <p:nvPr userDrawn="1"/>
        </p:nvSpPr>
        <p:spPr>
          <a:xfrm>
            <a:off x="1523614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4" name="Oval 403"/>
          <p:cNvSpPr/>
          <p:nvPr userDrawn="1"/>
        </p:nvSpPr>
        <p:spPr>
          <a:xfrm>
            <a:off x="159199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Moon 404"/>
          <p:cNvSpPr/>
          <p:nvPr userDrawn="1"/>
        </p:nvSpPr>
        <p:spPr>
          <a:xfrm>
            <a:off x="159199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Rectangle 405"/>
          <p:cNvSpPr/>
          <p:nvPr userDrawn="1"/>
        </p:nvSpPr>
        <p:spPr>
          <a:xfrm>
            <a:off x="1904518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Oval 406"/>
          <p:cNvSpPr/>
          <p:nvPr userDrawn="1"/>
        </p:nvSpPr>
        <p:spPr>
          <a:xfrm>
            <a:off x="197289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Moon 407"/>
          <p:cNvSpPr/>
          <p:nvPr userDrawn="1"/>
        </p:nvSpPr>
        <p:spPr>
          <a:xfrm>
            <a:off x="197289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Rectangle 408"/>
          <p:cNvSpPr/>
          <p:nvPr userDrawn="1"/>
        </p:nvSpPr>
        <p:spPr>
          <a:xfrm>
            <a:off x="228542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Oval 409"/>
          <p:cNvSpPr/>
          <p:nvPr userDrawn="1"/>
        </p:nvSpPr>
        <p:spPr>
          <a:xfrm>
            <a:off x="235379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" name="Moon 410"/>
          <p:cNvSpPr/>
          <p:nvPr userDrawn="1"/>
        </p:nvSpPr>
        <p:spPr>
          <a:xfrm>
            <a:off x="235379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Rectangle 411"/>
          <p:cNvSpPr/>
          <p:nvPr userDrawn="1"/>
        </p:nvSpPr>
        <p:spPr>
          <a:xfrm>
            <a:off x="2666325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Oval 412"/>
          <p:cNvSpPr/>
          <p:nvPr userDrawn="1"/>
        </p:nvSpPr>
        <p:spPr>
          <a:xfrm>
            <a:off x="273470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Moon 413"/>
          <p:cNvSpPr/>
          <p:nvPr userDrawn="1"/>
        </p:nvSpPr>
        <p:spPr>
          <a:xfrm>
            <a:off x="273470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Rectangle 414"/>
          <p:cNvSpPr/>
          <p:nvPr userDrawn="1"/>
        </p:nvSpPr>
        <p:spPr>
          <a:xfrm>
            <a:off x="3047228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6" name="Oval 415"/>
          <p:cNvSpPr/>
          <p:nvPr userDrawn="1"/>
        </p:nvSpPr>
        <p:spPr>
          <a:xfrm>
            <a:off x="311560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Moon 416"/>
          <p:cNvSpPr/>
          <p:nvPr userDrawn="1"/>
        </p:nvSpPr>
        <p:spPr>
          <a:xfrm>
            <a:off x="311560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Rectangle 417"/>
          <p:cNvSpPr/>
          <p:nvPr userDrawn="1"/>
        </p:nvSpPr>
        <p:spPr>
          <a:xfrm>
            <a:off x="3428132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" name="Oval 418"/>
          <p:cNvSpPr/>
          <p:nvPr userDrawn="1"/>
        </p:nvSpPr>
        <p:spPr>
          <a:xfrm>
            <a:off x="349650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Moon 419"/>
          <p:cNvSpPr/>
          <p:nvPr userDrawn="1"/>
        </p:nvSpPr>
        <p:spPr>
          <a:xfrm>
            <a:off x="349650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Rectangle 420"/>
          <p:cNvSpPr/>
          <p:nvPr userDrawn="1"/>
        </p:nvSpPr>
        <p:spPr>
          <a:xfrm>
            <a:off x="3809035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Oval 421"/>
          <p:cNvSpPr/>
          <p:nvPr userDrawn="1"/>
        </p:nvSpPr>
        <p:spPr>
          <a:xfrm>
            <a:off x="387741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Moon 422"/>
          <p:cNvSpPr/>
          <p:nvPr userDrawn="1"/>
        </p:nvSpPr>
        <p:spPr>
          <a:xfrm>
            <a:off x="387741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Rectangle 423"/>
          <p:cNvSpPr/>
          <p:nvPr userDrawn="1"/>
        </p:nvSpPr>
        <p:spPr>
          <a:xfrm>
            <a:off x="4189939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" name="Oval 424"/>
          <p:cNvSpPr/>
          <p:nvPr userDrawn="1"/>
        </p:nvSpPr>
        <p:spPr>
          <a:xfrm>
            <a:off x="425831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6" name="Moon 425"/>
          <p:cNvSpPr/>
          <p:nvPr userDrawn="1"/>
        </p:nvSpPr>
        <p:spPr>
          <a:xfrm>
            <a:off x="425831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7" name="Rectangle 426"/>
          <p:cNvSpPr/>
          <p:nvPr userDrawn="1"/>
        </p:nvSpPr>
        <p:spPr>
          <a:xfrm>
            <a:off x="4570842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8" name="Oval 427"/>
          <p:cNvSpPr/>
          <p:nvPr userDrawn="1"/>
        </p:nvSpPr>
        <p:spPr>
          <a:xfrm>
            <a:off x="463921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9" name="Moon 428"/>
          <p:cNvSpPr/>
          <p:nvPr userDrawn="1"/>
        </p:nvSpPr>
        <p:spPr>
          <a:xfrm>
            <a:off x="463921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" name="Rectangle 429"/>
          <p:cNvSpPr/>
          <p:nvPr userDrawn="1"/>
        </p:nvSpPr>
        <p:spPr>
          <a:xfrm>
            <a:off x="4951746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1" name="Oval 430"/>
          <p:cNvSpPr/>
          <p:nvPr userDrawn="1"/>
        </p:nvSpPr>
        <p:spPr>
          <a:xfrm>
            <a:off x="502012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2" name="Moon 431"/>
          <p:cNvSpPr/>
          <p:nvPr userDrawn="1"/>
        </p:nvSpPr>
        <p:spPr>
          <a:xfrm>
            <a:off x="502012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Rectangle 432"/>
          <p:cNvSpPr/>
          <p:nvPr userDrawn="1"/>
        </p:nvSpPr>
        <p:spPr>
          <a:xfrm>
            <a:off x="5332649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4" name="Oval 433"/>
          <p:cNvSpPr/>
          <p:nvPr userDrawn="1"/>
        </p:nvSpPr>
        <p:spPr>
          <a:xfrm>
            <a:off x="540102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Moon 434"/>
          <p:cNvSpPr/>
          <p:nvPr userDrawn="1"/>
        </p:nvSpPr>
        <p:spPr>
          <a:xfrm>
            <a:off x="540102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6" name="Rectangle 435"/>
          <p:cNvSpPr/>
          <p:nvPr userDrawn="1"/>
        </p:nvSpPr>
        <p:spPr>
          <a:xfrm>
            <a:off x="571355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Oval 436"/>
          <p:cNvSpPr/>
          <p:nvPr userDrawn="1"/>
        </p:nvSpPr>
        <p:spPr>
          <a:xfrm>
            <a:off x="578192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Moon 437"/>
          <p:cNvSpPr/>
          <p:nvPr userDrawn="1"/>
        </p:nvSpPr>
        <p:spPr>
          <a:xfrm>
            <a:off x="578192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Rectangle 438"/>
          <p:cNvSpPr/>
          <p:nvPr userDrawn="1"/>
        </p:nvSpPr>
        <p:spPr>
          <a:xfrm>
            <a:off x="6094456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Oval 439"/>
          <p:cNvSpPr/>
          <p:nvPr userDrawn="1"/>
        </p:nvSpPr>
        <p:spPr>
          <a:xfrm>
            <a:off x="616283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1" name="Moon 440"/>
          <p:cNvSpPr/>
          <p:nvPr userDrawn="1"/>
        </p:nvSpPr>
        <p:spPr>
          <a:xfrm>
            <a:off x="616283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2" name="Rectangle 441"/>
          <p:cNvSpPr/>
          <p:nvPr userDrawn="1"/>
        </p:nvSpPr>
        <p:spPr>
          <a:xfrm>
            <a:off x="647536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3" name="Oval 442"/>
          <p:cNvSpPr/>
          <p:nvPr userDrawn="1"/>
        </p:nvSpPr>
        <p:spPr>
          <a:xfrm>
            <a:off x="654373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4" name="Moon 443"/>
          <p:cNvSpPr/>
          <p:nvPr userDrawn="1"/>
        </p:nvSpPr>
        <p:spPr>
          <a:xfrm>
            <a:off x="654373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5" name="Rectangle 444"/>
          <p:cNvSpPr/>
          <p:nvPr userDrawn="1"/>
        </p:nvSpPr>
        <p:spPr>
          <a:xfrm>
            <a:off x="685626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6" name="Oval 445"/>
          <p:cNvSpPr/>
          <p:nvPr userDrawn="1"/>
        </p:nvSpPr>
        <p:spPr>
          <a:xfrm>
            <a:off x="692463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7" name="Moon 446"/>
          <p:cNvSpPr/>
          <p:nvPr userDrawn="1"/>
        </p:nvSpPr>
        <p:spPr>
          <a:xfrm>
            <a:off x="692463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8" name="Rectangle 447"/>
          <p:cNvSpPr/>
          <p:nvPr userDrawn="1"/>
        </p:nvSpPr>
        <p:spPr>
          <a:xfrm>
            <a:off x="723716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9" name="Oval 448"/>
          <p:cNvSpPr/>
          <p:nvPr userDrawn="1"/>
        </p:nvSpPr>
        <p:spPr>
          <a:xfrm>
            <a:off x="730554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" name="Moon 449"/>
          <p:cNvSpPr/>
          <p:nvPr userDrawn="1"/>
        </p:nvSpPr>
        <p:spPr>
          <a:xfrm>
            <a:off x="730554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1" name="Rectangle 450"/>
          <p:cNvSpPr/>
          <p:nvPr userDrawn="1"/>
        </p:nvSpPr>
        <p:spPr>
          <a:xfrm>
            <a:off x="7618070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2" name="Oval 451"/>
          <p:cNvSpPr/>
          <p:nvPr userDrawn="1"/>
        </p:nvSpPr>
        <p:spPr>
          <a:xfrm>
            <a:off x="768644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" name="Moon 452"/>
          <p:cNvSpPr/>
          <p:nvPr userDrawn="1"/>
        </p:nvSpPr>
        <p:spPr>
          <a:xfrm>
            <a:off x="768644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4" name="Rectangle 453"/>
          <p:cNvSpPr/>
          <p:nvPr userDrawn="1"/>
        </p:nvSpPr>
        <p:spPr>
          <a:xfrm>
            <a:off x="7998974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5" name="Oval 454"/>
          <p:cNvSpPr/>
          <p:nvPr userDrawn="1"/>
        </p:nvSpPr>
        <p:spPr>
          <a:xfrm>
            <a:off x="806735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Moon 455"/>
          <p:cNvSpPr/>
          <p:nvPr userDrawn="1"/>
        </p:nvSpPr>
        <p:spPr>
          <a:xfrm>
            <a:off x="806735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Rectangle 456"/>
          <p:cNvSpPr/>
          <p:nvPr userDrawn="1"/>
        </p:nvSpPr>
        <p:spPr>
          <a:xfrm>
            <a:off x="8379877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Oval 457"/>
          <p:cNvSpPr/>
          <p:nvPr userDrawn="1"/>
        </p:nvSpPr>
        <p:spPr>
          <a:xfrm>
            <a:off x="844825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9" name="Moon 458"/>
          <p:cNvSpPr/>
          <p:nvPr userDrawn="1"/>
        </p:nvSpPr>
        <p:spPr>
          <a:xfrm>
            <a:off x="844825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" name="Rectangle 459"/>
          <p:cNvSpPr/>
          <p:nvPr userDrawn="1"/>
        </p:nvSpPr>
        <p:spPr>
          <a:xfrm>
            <a:off x="8760781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1" name="Oval 460"/>
          <p:cNvSpPr/>
          <p:nvPr userDrawn="1"/>
        </p:nvSpPr>
        <p:spPr>
          <a:xfrm>
            <a:off x="882915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Moon 461"/>
          <p:cNvSpPr/>
          <p:nvPr userDrawn="1"/>
        </p:nvSpPr>
        <p:spPr>
          <a:xfrm>
            <a:off x="882915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3" name="Rectangle 462"/>
          <p:cNvSpPr/>
          <p:nvPr userDrawn="1"/>
        </p:nvSpPr>
        <p:spPr>
          <a:xfrm>
            <a:off x="0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Oval 463"/>
          <p:cNvSpPr/>
          <p:nvPr userDrawn="1"/>
        </p:nvSpPr>
        <p:spPr>
          <a:xfrm>
            <a:off x="6837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5" name="Moon 464"/>
          <p:cNvSpPr/>
          <p:nvPr userDrawn="1"/>
        </p:nvSpPr>
        <p:spPr>
          <a:xfrm>
            <a:off x="6837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6" name="Rectangle 465"/>
          <p:cNvSpPr/>
          <p:nvPr userDrawn="1"/>
        </p:nvSpPr>
        <p:spPr>
          <a:xfrm>
            <a:off x="380904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Oval 466"/>
          <p:cNvSpPr/>
          <p:nvPr userDrawn="1"/>
        </p:nvSpPr>
        <p:spPr>
          <a:xfrm>
            <a:off x="44928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" name="Moon 467"/>
          <p:cNvSpPr/>
          <p:nvPr userDrawn="1"/>
        </p:nvSpPr>
        <p:spPr>
          <a:xfrm>
            <a:off x="44928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9" name="Rectangle 468"/>
          <p:cNvSpPr/>
          <p:nvPr userDrawn="1"/>
        </p:nvSpPr>
        <p:spPr>
          <a:xfrm>
            <a:off x="761807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Oval 469"/>
          <p:cNvSpPr/>
          <p:nvPr userDrawn="1"/>
        </p:nvSpPr>
        <p:spPr>
          <a:xfrm>
            <a:off x="83018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Moon 470"/>
          <p:cNvSpPr/>
          <p:nvPr userDrawn="1"/>
        </p:nvSpPr>
        <p:spPr>
          <a:xfrm>
            <a:off x="83018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2" name="Rectangle 471"/>
          <p:cNvSpPr/>
          <p:nvPr userDrawn="1"/>
        </p:nvSpPr>
        <p:spPr>
          <a:xfrm>
            <a:off x="1142711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3" name="Oval 472"/>
          <p:cNvSpPr/>
          <p:nvPr userDrawn="1"/>
        </p:nvSpPr>
        <p:spPr>
          <a:xfrm>
            <a:off x="121108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Moon 473"/>
          <p:cNvSpPr/>
          <p:nvPr userDrawn="1"/>
        </p:nvSpPr>
        <p:spPr>
          <a:xfrm>
            <a:off x="121108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Rectangle 474"/>
          <p:cNvSpPr/>
          <p:nvPr userDrawn="1"/>
        </p:nvSpPr>
        <p:spPr>
          <a:xfrm>
            <a:off x="1523614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Oval 475"/>
          <p:cNvSpPr/>
          <p:nvPr userDrawn="1"/>
        </p:nvSpPr>
        <p:spPr>
          <a:xfrm>
            <a:off x="159199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" name="Moon 476"/>
          <p:cNvSpPr/>
          <p:nvPr userDrawn="1"/>
        </p:nvSpPr>
        <p:spPr>
          <a:xfrm>
            <a:off x="159199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Rectangle 477"/>
          <p:cNvSpPr/>
          <p:nvPr userDrawn="1"/>
        </p:nvSpPr>
        <p:spPr>
          <a:xfrm>
            <a:off x="1904518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Oval 478"/>
          <p:cNvSpPr/>
          <p:nvPr userDrawn="1"/>
        </p:nvSpPr>
        <p:spPr>
          <a:xfrm>
            <a:off x="1972894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Moon 479"/>
          <p:cNvSpPr/>
          <p:nvPr userDrawn="1"/>
        </p:nvSpPr>
        <p:spPr>
          <a:xfrm>
            <a:off x="1972894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Rectangle 480"/>
          <p:cNvSpPr/>
          <p:nvPr userDrawn="1"/>
        </p:nvSpPr>
        <p:spPr>
          <a:xfrm>
            <a:off x="2285421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82" name="Oval 481"/>
          <p:cNvSpPr/>
          <p:nvPr userDrawn="1"/>
        </p:nvSpPr>
        <p:spPr>
          <a:xfrm>
            <a:off x="235379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Moon 482"/>
          <p:cNvSpPr/>
          <p:nvPr userDrawn="1"/>
        </p:nvSpPr>
        <p:spPr>
          <a:xfrm>
            <a:off x="235379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Rectangle 483"/>
          <p:cNvSpPr/>
          <p:nvPr userDrawn="1"/>
        </p:nvSpPr>
        <p:spPr>
          <a:xfrm>
            <a:off x="2666325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85" name="Oval 484"/>
          <p:cNvSpPr/>
          <p:nvPr userDrawn="1"/>
        </p:nvSpPr>
        <p:spPr>
          <a:xfrm>
            <a:off x="2734701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Moon 485"/>
          <p:cNvSpPr/>
          <p:nvPr userDrawn="1"/>
        </p:nvSpPr>
        <p:spPr>
          <a:xfrm>
            <a:off x="2734701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" name="Rectangle 486"/>
          <p:cNvSpPr/>
          <p:nvPr userDrawn="1"/>
        </p:nvSpPr>
        <p:spPr>
          <a:xfrm>
            <a:off x="3047228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Oval 487"/>
          <p:cNvSpPr/>
          <p:nvPr userDrawn="1"/>
        </p:nvSpPr>
        <p:spPr>
          <a:xfrm>
            <a:off x="3115604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9" name="Moon 488"/>
          <p:cNvSpPr/>
          <p:nvPr userDrawn="1"/>
        </p:nvSpPr>
        <p:spPr>
          <a:xfrm>
            <a:off x="3115604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" name="Rectangle 489"/>
          <p:cNvSpPr/>
          <p:nvPr userDrawn="1"/>
        </p:nvSpPr>
        <p:spPr>
          <a:xfrm>
            <a:off x="3428132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" name="Oval 490"/>
          <p:cNvSpPr/>
          <p:nvPr userDrawn="1"/>
        </p:nvSpPr>
        <p:spPr>
          <a:xfrm>
            <a:off x="3496508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Moon 491"/>
          <p:cNvSpPr/>
          <p:nvPr userDrawn="1"/>
        </p:nvSpPr>
        <p:spPr>
          <a:xfrm>
            <a:off x="3496508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" name="Rectangle 492"/>
          <p:cNvSpPr/>
          <p:nvPr userDrawn="1"/>
        </p:nvSpPr>
        <p:spPr>
          <a:xfrm>
            <a:off x="3809035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Oval 493"/>
          <p:cNvSpPr/>
          <p:nvPr userDrawn="1"/>
        </p:nvSpPr>
        <p:spPr>
          <a:xfrm>
            <a:off x="3877411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Moon 494"/>
          <p:cNvSpPr/>
          <p:nvPr userDrawn="1"/>
        </p:nvSpPr>
        <p:spPr>
          <a:xfrm>
            <a:off x="3877411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Rectangle 495"/>
          <p:cNvSpPr/>
          <p:nvPr userDrawn="1"/>
        </p:nvSpPr>
        <p:spPr>
          <a:xfrm>
            <a:off x="4189939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7" name="Oval 496"/>
          <p:cNvSpPr/>
          <p:nvPr userDrawn="1"/>
        </p:nvSpPr>
        <p:spPr>
          <a:xfrm>
            <a:off x="4258315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" name="Moon 497"/>
          <p:cNvSpPr/>
          <p:nvPr userDrawn="1"/>
        </p:nvSpPr>
        <p:spPr>
          <a:xfrm>
            <a:off x="4258315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9" name="Rectangle 498"/>
          <p:cNvSpPr/>
          <p:nvPr userDrawn="1"/>
        </p:nvSpPr>
        <p:spPr>
          <a:xfrm>
            <a:off x="4570842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Oval 499"/>
          <p:cNvSpPr/>
          <p:nvPr userDrawn="1"/>
        </p:nvSpPr>
        <p:spPr>
          <a:xfrm>
            <a:off x="4639218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" name="Moon 500"/>
          <p:cNvSpPr/>
          <p:nvPr userDrawn="1"/>
        </p:nvSpPr>
        <p:spPr>
          <a:xfrm>
            <a:off x="4639218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Rectangle 501"/>
          <p:cNvSpPr/>
          <p:nvPr userDrawn="1"/>
        </p:nvSpPr>
        <p:spPr>
          <a:xfrm>
            <a:off x="4951746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3" name="Oval 502"/>
          <p:cNvSpPr/>
          <p:nvPr userDrawn="1"/>
        </p:nvSpPr>
        <p:spPr>
          <a:xfrm>
            <a:off x="5020122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Moon 503"/>
          <p:cNvSpPr/>
          <p:nvPr userDrawn="1"/>
        </p:nvSpPr>
        <p:spPr>
          <a:xfrm>
            <a:off x="5020122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Rectangle 504"/>
          <p:cNvSpPr/>
          <p:nvPr userDrawn="1"/>
        </p:nvSpPr>
        <p:spPr>
          <a:xfrm>
            <a:off x="5332649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Oval 505"/>
          <p:cNvSpPr/>
          <p:nvPr userDrawn="1"/>
        </p:nvSpPr>
        <p:spPr>
          <a:xfrm>
            <a:off x="5401025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Moon 506"/>
          <p:cNvSpPr/>
          <p:nvPr userDrawn="1"/>
        </p:nvSpPr>
        <p:spPr>
          <a:xfrm>
            <a:off x="5401025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Rectangle 507"/>
          <p:cNvSpPr/>
          <p:nvPr userDrawn="1"/>
        </p:nvSpPr>
        <p:spPr>
          <a:xfrm>
            <a:off x="5713553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Oval 508"/>
          <p:cNvSpPr/>
          <p:nvPr userDrawn="1"/>
        </p:nvSpPr>
        <p:spPr>
          <a:xfrm>
            <a:off x="5781929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0" name="Moon 509"/>
          <p:cNvSpPr/>
          <p:nvPr userDrawn="1"/>
        </p:nvSpPr>
        <p:spPr>
          <a:xfrm>
            <a:off x="5781929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1" name="Rectangle 510"/>
          <p:cNvSpPr/>
          <p:nvPr userDrawn="1"/>
        </p:nvSpPr>
        <p:spPr>
          <a:xfrm>
            <a:off x="6094456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" name="Oval 511"/>
          <p:cNvSpPr/>
          <p:nvPr userDrawn="1"/>
        </p:nvSpPr>
        <p:spPr>
          <a:xfrm>
            <a:off x="6162832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" name="Moon 512"/>
          <p:cNvSpPr/>
          <p:nvPr userDrawn="1"/>
        </p:nvSpPr>
        <p:spPr>
          <a:xfrm>
            <a:off x="6162832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Rectangle 513"/>
          <p:cNvSpPr/>
          <p:nvPr userDrawn="1"/>
        </p:nvSpPr>
        <p:spPr>
          <a:xfrm>
            <a:off x="6475360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Oval 514"/>
          <p:cNvSpPr/>
          <p:nvPr userDrawn="1"/>
        </p:nvSpPr>
        <p:spPr>
          <a:xfrm>
            <a:off x="654373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" name="Moon 515"/>
          <p:cNvSpPr/>
          <p:nvPr userDrawn="1"/>
        </p:nvSpPr>
        <p:spPr>
          <a:xfrm>
            <a:off x="654373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7" name="Rectangle 516"/>
          <p:cNvSpPr/>
          <p:nvPr userDrawn="1"/>
        </p:nvSpPr>
        <p:spPr>
          <a:xfrm>
            <a:off x="6856263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8" name="Oval 517"/>
          <p:cNvSpPr/>
          <p:nvPr userDrawn="1"/>
        </p:nvSpPr>
        <p:spPr>
          <a:xfrm>
            <a:off x="6924639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Moon 518"/>
          <p:cNvSpPr/>
          <p:nvPr userDrawn="1"/>
        </p:nvSpPr>
        <p:spPr>
          <a:xfrm>
            <a:off x="6924639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0" name="Rectangle 519"/>
          <p:cNvSpPr/>
          <p:nvPr userDrawn="1"/>
        </p:nvSpPr>
        <p:spPr>
          <a:xfrm>
            <a:off x="7237167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Oval 520"/>
          <p:cNvSpPr/>
          <p:nvPr userDrawn="1"/>
        </p:nvSpPr>
        <p:spPr>
          <a:xfrm>
            <a:off x="730554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Moon 521"/>
          <p:cNvSpPr/>
          <p:nvPr userDrawn="1"/>
        </p:nvSpPr>
        <p:spPr>
          <a:xfrm>
            <a:off x="730554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Rectangle 522"/>
          <p:cNvSpPr/>
          <p:nvPr userDrawn="1"/>
        </p:nvSpPr>
        <p:spPr>
          <a:xfrm>
            <a:off x="7618070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4" name="Oval 523"/>
          <p:cNvSpPr/>
          <p:nvPr userDrawn="1"/>
        </p:nvSpPr>
        <p:spPr>
          <a:xfrm>
            <a:off x="768644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5" name="Moon 524"/>
          <p:cNvSpPr/>
          <p:nvPr userDrawn="1"/>
        </p:nvSpPr>
        <p:spPr>
          <a:xfrm>
            <a:off x="768644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6" name="Rectangle 525"/>
          <p:cNvSpPr/>
          <p:nvPr userDrawn="1"/>
        </p:nvSpPr>
        <p:spPr>
          <a:xfrm>
            <a:off x="7998974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" name="Oval 526"/>
          <p:cNvSpPr/>
          <p:nvPr userDrawn="1"/>
        </p:nvSpPr>
        <p:spPr>
          <a:xfrm>
            <a:off x="806735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8" name="Moon 527"/>
          <p:cNvSpPr/>
          <p:nvPr userDrawn="1"/>
        </p:nvSpPr>
        <p:spPr>
          <a:xfrm>
            <a:off x="806735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9" name="Rectangle 528"/>
          <p:cNvSpPr/>
          <p:nvPr userDrawn="1"/>
        </p:nvSpPr>
        <p:spPr>
          <a:xfrm>
            <a:off x="8379877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0" name="Oval 529"/>
          <p:cNvSpPr/>
          <p:nvPr userDrawn="1"/>
        </p:nvSpPr>
        <p:spPr>
          <a:xfrm>
            <a:off x="844825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1" name="Moon 530"/>
          <p:cNvSpPr/>
          <p:nvPr userDrawn="1"/>
        </p:nvSpPr>
        <p:spPr>
          <a:xfrm>
            <a:off x="844825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2" name="Rectangle 531"/>
          <p:cNvSpPr/>
          <p:nvPr userDrawn="1"/>
        </p:nvSpPr>
        <p:spPr>
          <a:xfrm>
            <a:off x="8760781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3" name="Oval 532"/>
          <p:cNvSpPr/>
          <p:nvPr userDrawn="1"/>
        </p:nvSpPr>
        <p:spPr>
          <a:xfrm>
            <a:off x="882915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4" name="Moon 533"/>
          <p:cNvSpPr/>
          <p:nvPr userDrawn="1"/>
        </p:nvSpPr>
        <p:spPr>
          <a:xfrm>
            <a:off x="882915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5" name="Rectangle 534"/>
          <p:cNvSpPr/>
          <p:nvPr userDrawn="1"/>
        </p:nvSpPr>
        <p:spPr>
          <a:xfrm>
            <a:off x="0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6" name="Oval 535"/>
          <p:cNvSpPr/>
          <p:nvPr userDrawn="1"/>
        </p:nvSpPr>
        <p:spPr>
          <a:xfrm>
            <a:off x="6837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Moon 536"/>
          <p:cNvSpPr/>
          <p:nvPr userDrawn="1"/>
        </p:nvSpPr>
        <p:spPr>
          <a:xfrm>
            <a:off x="6837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8" name="Rectangle 537"/>
          <p:cNvSpPr/>
          <p:nvPr userDrawn="1"/>
        </p:nvSpPr>
        <p:spPr>
          <a:xfrm>
            <a:off x="380904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9" name="Oval 538"/>
          <p:cNvSpPr/>
          <p:nvPr userDrawn="1"/>
        </p:nvSpPr>
        <p:spPr>
          <a:xfrm>
            <a:off x="44928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0" name="Moon 539"/>
          <p:cNvSpPr/>
          <p:nvPr userDrawn="1"/>
        </p:nvSpPr>
        <p:spPr>
          <a:xfrm>
            <a:off x="44928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1" name="Rectangle 540"/>
          <p:cNvSpPr/>
          <p:nvPr userDrawn="1"/>
        </p:nvSpPr>
        <p:spPr>
          <a:xfrm>
            <a:off x="761807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2" name="Oval 541"/>
          <p:cNvSpPr/>
          <p:nvPr userDrawn="1"/>
        </p:nvSpPr>
        <p:spPr>
          <a:xfrm>
            <a:off x="83018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3" name="Moon 542"/>
          <p:cNvSpPr/>
          <p:nvPr userDrawn="1"/>
        </p:nvSpPr>
        <p:spPr>
          <a:xfrm>
            <a:off x="83018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4" name="Rectangle 543"/>
          <p:cNvSpPr/>
          <p:nvPr userDrawn="1"/>
        </p:nvSpPr>
        <p:spPr>
          <a:xfrm>
            <a:off x="1142711" y="571297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5" name="Oval 544"/>
          <p:cNvSpPr/>
          <p:nvPr userDrawn="1"/>
        </p:nvSpPr>
        <p:spPr>
          <a:xfrm>
            <a:off x="121108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6" name="Moon 545"/>
          <p:cNvSpPr/>
          <p:nvPr userDrawn="1"/>
        </p:nvSpPr>
        <p:spPr>
          <a:xfrm>
            <a:off x="121108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7" name="Rectangle 546"/>
          <p:cNvSpPr/>
          <p:nvPr userDrawn="1"/>
        </p:nvSpPr>
        <p:spPr>
          <a:xfrm>
            <a:off x="1523614" y="571297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8" name="Oval 547"/>
          <p:cNvSpPr/>
          <p:nvPr userDrawn="1"/>
        </p:nvSpPr>
        <p:spPr>
          <a:xfrm>
            <a:off x="159199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9" name="Moon 548"/>
          <p:cNvSpPr/>
          <p:nvPr userDrawn="1"/>
        </p:nvSpPr>
        <p:spPr>
          <a:xfrm>
            <a:off x="159199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0" name="Rectangle 549"/>
          <p:cNvSpPr/>
          <p:nvPr userDrawn="1"/>
        </p:nvSpPr>
        <p:spPr>
          <a:xfrm>
            <a:off x="1904518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1" name="Oval 550"/>
          <p:cNvSpPr/>
          <p:nvPr userDrawn="1"/>
        </p:nvSpPr>
        <p:spPr>
          <a:xfrm>
            <a:off x="1972894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2" name="Moon 551"/>
          <p:cNvSpPr/>
          <p:nvPr userDrawn="1"/>
        </p:nvSpPr>
        <p:spPr>
          <a:xfrm>
            <a:off x="1972894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3" name="Rectangle 552"/>
          <p:cNvSpPr/>
          <p:nvPr userDrawn="1"/>
        </p:nvSpPr>
        <p:spPr>
          <a:xfrm>
            <a:off x="2285421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4" name="Oval 553"/>
          <p:cNvSpPr/>
          <p:nvPr userDrawn="1"/>
        </p:nvSpPr>
        <p:spPr>
          <a:xfrm>
            <a:off x="235379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5" name="Moon 554"/>
          <p:cNvSpPr/>
          <p:nvPr userDrawn="1"/>
        </p:nvSpPr>
        <p:spPr>
          <a:xfrm>
            <a:off x="235379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6" name="Rectangle 555"/>
          <p:cNvSpPr/>
          <p:nvPr userDrawn="1"/>
        </p:nvSpPr>
        <p:spPr>
          <a:xfrm>
            <a:off x="2666325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7" name="Oval 556"/>
          <p:cNvSpPr/>
          <p:nvPr userDrawn="1"/>
        </p:nvSpPr>
        <p:spPr>
          <a:xfrm>
            <a:off x="2734701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8" name="Moon 557"/>
          <p:cNvSpPr/>
          <p:nvPr userDrawn="1"/>
        </p:nvSpPr>
        <p:spPr>
          <a:xfrm>
            <a:off x="2734701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9" name="Rectangle 558"/>
          <p:cNvSpPr/>
          <p:nvPr userDrawn="1"/>
        </p:nvSpPr>
        <p:spPr>
          <a:xfrm>
            <a:off x="3047228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0" name="Oval 559"/>
          <p:cNvSpPr/>
          <p:nvPr userDrawn="1"/>
        </p:nvSpPr>
        <p:spPr>
          <a:xfrm>
            <a:off x="3115604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1" name="Moon 560"/>
          <p:cNvSpPr/>
          <p:nvPr userDrawn="1"/>
        </p:nvSpPr>
        <p:spPr>
          <a:xfrm>
            <a:off x="3115604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/>
          <p:nvPr userDrawn="1"/>
        </p:nvSpPr>
        <p:spPr>
          <a:xfrm>
            <a:off x="3428132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3" name="Oval 562"/>
          <p:cNvSpPr/>
          <p:nvPr userDrawn="1"/>
        </p:nvSpPr>
        <p:spPr>
          <a:xfrm>
            <a:off x="3496508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Moon 563"/>
          <p:cNvSpPr/>
          <p:nvPr userDrawn="1"/>
        </p:nvSpPr>
        <p:spPr>
          <a:xfrm>
            <a:off x="3496508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Rectangle 564"/>
          <p:cNvSpPr/>
          <p:nvPr userDrawn="1"/>
        </p:nvSpPr>
        <p:spPr>
          <a:xfrm>
            <a:off x="3809035" y="571297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6" name="Oval 565"/>
          <p:cNvSpPr/>
          <p:nvPr userDrawn="1"/>
        </p:nvSpPr>
        <p:spPr>
          <a:xfrm>
            <a:off x="3877411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7" name="Moon 566"/>
          <p:cNvSpPr/>
          <p:nvPr userDrawn="1"/>
        </p:nvSpPr>
        <p:spPr>
          <a:xfrm>
            <a:off x="3877411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Rectangle 567"/>
          <p:cNvSpPr/>
          <p:nvPr userDrawn="1"/>
        </p:nvSpPr>
        <p:spPr>
          <a:xfrm>
            <a:off x="4189939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9" name="Oval 568"/>
          <p:cNvSpPr/>
          <p:nvPr userDrawn="1"/>
        </p:nvSpPr>
        <p:spPr>
          <a:xfrm>
            <a:off x="4258315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0" name="Moon 569"/>
          <p:cNvSpPr/>
          <p:nvPr userDrawn="1"/>
        </p:nvSpPr>
        <p:spPr>
          <a:xfrm>
            <a:off x="4258315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1" name="Rectangle 570"/>
          <p:cNvSpPr/>
          <p:nvPr userDrawn="1"/>
        </p:nvSpPr>
        <p:spPr>
          <a:xfrm>
            <a:off x="4570842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Oval 571"/>
          <p:cNvSpPr/>
          <p:nvPr userDrawn="1"/>
        </p:nvSpPr>
        <p:spPr>
          <a:xfrm>
            <a:off x="4639218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" name="Moon 572"/>
          <p:cNvSpPr/>
          <p:nvPr userDrawn="1"/>
        </p:nvSpPr>
        <p:spPr>
          <a:xfrm>
            <a:off x="4639218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4" name="Rectangle 573"/>
          <p:cNvSpPr/>
          <p:nvPr userDrawn="1"/>
        </p:nvSpPr>
        <p:spPr>
          <a:xfrm>
            <a:off x="4951746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5" name="Oval 574"/>
          <p:cNvSpPr/>
          <p:nvPr userDrawn="1"/>
        </p:nvSpPr>
        <p:spPr>
          <a:xfrm>
            <a:off x="5020122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6" name="Moon 575"/>
          <p:cNvSpPr/>
          <p:nvPr userDrawn="1"/>
        </p:nvSpPr>
        <p:spPr>
          <a:xfrm>
            <a:off x="5020122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7" name="Rectangle 576"/>
          <p:cNvSpPr/>
          <p:nvPr userDrawn="1"/>
        </p:nvSpPr>
        <p:spPr>
          <a:xfrm>
            <a:off x="5332649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8" name="Oval 577"/>
          <p:cNvSpPr/>
          <p:nvPr userDrawn="1"/>
        </p:nvSpPr>
        <p:spPr>
          <a:xfrm>
            <a:off x="5401025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Moon 578"/>
          <p:cNvSpPr/>
          <p:nvPr userDrawn="1"/>
        </p:nvSpPr>
        <p:spPr>
          <a:xfrm>
            <a:off x="5401025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0" name="Rectangle 579"/>
          <p:cNvSpPr/>
          <p:nvPr userDrawn="1"/>
        </p:nvSpPr>
        <p:spPr>
          <a:xfrm>
            <a:off x="5713553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1" name="Oval 580"/>
          <p:cNvSpPr/>
          <p:nvPr userDrawn="1"/>
        </p:nvSpPr>
        <p:spPr>
          <a:xfrm>
            <a:off x="5781929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2" name="Moon 581"/>
          <p:cNvSpPr/>
          <p:nvPr userDrawn="1"/>
        </p:nvSpPr>
        <p:spPr>
          <a:xfrm>
            <a:off x="5781929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3" name="Rectangle 582"/>
          <p:cNvSpPr/>
          <p:nvPr userDrawn="1"/>
        </p:nvSpPr>
        <p:spPr>
          <a:xfrm>
            <a:off x="6094456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4" name="Oval 583"/>
          <p:cNvSpPr/>
          <p:nvPr userDrawn="1"/>
        </p:nvSpPr>
        <p:spPr>
          <a:xfrm>
            <a:off x="6162832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5" name="Moon 584"/>
          <p:cNvSpPr/>
          <p:nvPr userDrawn="1"/>
        </p:nvSpPr>
        <p:spPr>
          <a:xfrm>
            <a:off x="6162832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/>
          <p:cNvSpPr/>
          <p:nvPr userDrawn="1"/>
        </p:nvSpPr>
        <p:spPr>
          <a:xfrm>
            <a:off x="6475360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Oval 586"/>
          <p:cNvSpPr/>
          <p:nvPr userDrawn="1"/>
        </p:nvSpPr>
        <p:spPr>
          <a:xfrm>
            <a:off x="654373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Moon 587"/>
          <p:cNvSpPr/>
          <p:nvPr userDrawn="1"/>
        </p:nvSpPr>
        <p:spPr>
          <a:xfrm>
            <a:off x="654373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/>
          <p:cNvSpPr/>
          <p:nvPr userDrawn="1"/>
        </p:nvSpPr>
        <p:spPr>
          <a:xfrm>
            <a:off x="6856263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90" name="Oval 589"/>
          <p:cNvSpPr/>
          <p:nvPr userDrawn="1"/>
        </p:nvSpPr>
        <p:spPr>
          <a:xfrm>
            <a:off x="6924639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1" name="Moon 590"/>
          <p:cNvSpPr/>
          <p:nvPr userDrawn="1"/>
        </p:nvSpPr>
        <p:spPr>
          <a:xfrm>
            <a:off x="6924639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2" name="Rectangle 591"/>
          <p:cNvSpPr/>
          <p:nvPr userDrawn="1"/>
        </p:nvSpPr>
        <p:spPr>
          <a:xfrm>
            <a:off x="7237167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93" name="Oval 592"/>
          <p:cNvSpPr/>
          <p:nvPr userDrawn="1"/>
        </p:nvSpPr>
        <p:spPr>
          <a:xfrm>
            <a:off x="730554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4" name="Moon 593"/>
          <p:cNvSpPr/>
          <p:nvPr userDrawn="1"/>
        </p:nvSpPr>
        <p:spPr>
          <a:xfrm>
            <a:off x="730554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5" name="Rectangle 594"/>
          <p:cNvSpPr/>
          <p:nvPr userDrawn="1"/>
        </p:nvSpPr>
        <p:spPr>
          <a:xfrm>
            <a:off x="7618070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6" name="Oval 595"/>
          <p:cNvSpPr/>
          <p:nvPr userDrawn="1"/>
        </p:nvSpPr>
        <p:spPr>
          <a:xfrm>
            <a:off x="768644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7" name="Moon 596"/>
          <p:cNvSpPr/>
          <p:nvPr userDrawn="1"/>
        </p:nvSpPr>
        <p:spPr>
          <a:xfrm>
            <a:off x="768644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Rectangle 597"/>
          <p:cNvSpPr/>
          <p:nvPr userDrawn="1"/>
        </p:nvSpPr>
        <p:spPr>
          <a:xfrm>
            <a:off x="7998974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Oval 598"/>
          <p:cNvSpPr/>
          <p:nvPr userDrawn="1"/>
        </p:nvSpPr>
        <p:spPr>
          <a:xfrm>
            <a:off x="806735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" name="Moon 599"/>
          <p:cNvSpPr/>
          <p:nvPr userDrawn="1"/>
        </p:nvSpPr>
        <p:spPr>
          <a:xfrm>
            <a:off x="806735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" name="Rectangle 600"/>
          <p:cNvSpPr/>
          <p:nvPr userDrawn="1"/>
        </p:nvSpPr>
        <p:spPr>
          <a:xfrm>
            <a:off x="8379877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Oval 601"/>
          <p:cNvSpPr/>
          <p:nvPr userDrawn="1"/>
        </p:nvSpPr>
        <p:spPr>
          <a:xfrm>
            <a:off x="844825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" name="Moon 602"/>
          <p:cNvSpPr/>
          <p:nvPr userDrawn="1"/>
        </p:nvSpPr>
        <p:spPr>
          <a:xfrm>
            <a:off x="844825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" name="Rectangle 603"/>
          <p:cNvSpPr/>
          <p:nvPr userDrawn="1"/>
        </p:nvSpPr>
        <p:spPr>
          <a:xfrm>
            <a:off x="8760781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" name="Oval 604"/>
          <p:cNvSpPr/>
          <p:nvPr userDrawn="1"/>
        </p:nvSpPr>
        <p:spPr>
          <a:xfrm>
            <a:off x="882915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Moon 605"/>
          <p:cNvSpPr/>
          <p:nvPr userDrawn="1"/>
        </p:nvSpPr>
        <p:spPr>
          <a:xfrm>
            <a:off x="882915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7" name="Rectangle 606"/>
          <p:cNvSpPr/>
          <p:nvPr userDrawn="1"/>
        </p:nvSpPr>
        <p:spPr>
          <a:xfrm>
            <a:off x="0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8" name="Oval 607"/>
          <p:cNvSpPr/>
          <p:nvPr userDrawn="1"/>
        </p:nvSpPr>
        <p:spPr>
          <a:xfrm>
            <a:off x="6837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9" name="Moon 608"/>
          <p:cNvSpPr/>
          <p:nvPr userDrawn="1"/>
        </p:nvSpPr>
        <p:spPr>
          <a:xfrm>
            <a:off x="6837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0" name="Rectangle 609"/>
          <p:cNvSpPr/>
          <p:nvPr userDrawn="1"/>
        </p:nvSpPr>
        <p:spPr>
          <a:xfrm>
            <a:off x="38090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Oval 610"/>
          <p:cNvSpPr/>
          <p:nvPr userDrawn="1"/>
        </p:nvSpPr>
        <p:spPr>
          <a:xfrm>
            <a:off x="44928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2" name="Moon 611"/>
          <p:cNvSpPr/>
          <p:nvPr userDrawn="1"/>
        </p:nvSpPr>
        <p:spPr>
          <a:xfrm>
            <a:off x="44928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3" name="Rectangle 612"/>
          <p:cNvSpPr/>
          <p:nvPr userDrawn="1"/>
        </p:nvSpPr>
        <p:spPr>
          <a:xfrm>
            <a:off x="761807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4" name="Oval 613"/>
          <p:cNvSpPr/>
          <p:nvPr userDrawn="1"/>
        </p:nvSpPr>
        <p:spPr>
          <a:xfrm>
            <a:off x="83018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Moon 614"/>
          <p:cNvSpPr/>
          <p:nvPr userDrawn="1"/>
        </p:nvSpPr>
        <p:spPr>
          <a:xfrm>
            <a:off x="83018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" name="Rectangle 615"/>
          <p:cNvSpPr/>
          <p:nvPr userDrawn="1"/>
        </p:nvSpPr>
        <p:spPr>
          <a:xfrm>
            <a:off x="1142711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7" name="Oval 616"/>
          <p:cNvSpPr/>
          <p:nvPr userDrawn="1"/>
        </p:nvSpPr>
        <p:spPr>
          <a:xfrm>
            <a:off x="121108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8" name="Moon 617"/>
          <p:cNvSpPr/>
          <p:nvPr userDrawn="1"/>
        </p:nvSpPr>
        <p:spPr>
          <a:xfrm>
            <a:off x="121108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9" name="Rectangle 618"/>
          <p:cNvSpPr/>
          <p:nvPr userDrawn="1"/>
        </p:nvSpPr>
        <p:spPr>
          <a:xfrm>
            <a:off x="152361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0" name="Oval 619"/>
          <p:cNvSpPr/>
          <p:nvPr userDrawn="1"/>
        </p:nvSpPr>
        <p:spPr>
          <a:xfrm>
            <a:off x="159199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Moon 620"/>
          <p:cNvSpPr/>
          <p:nvPr userDrawn="1"/>
        </p:nvSpPr>
        <p:spPr>
          <a:xfrm>
            <a:off x="159199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Rectangle 621"/>
          <p:cNvSpPr/>
          <p:nvPr userDrawn="1"/>
        </p:nvSpPr>
        <p:spPr>
          <a:xfrm>
            <a:off x="1904518" y="5332107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" name="Oval 622"/>
          <p:cNvSpPr/>
          <p:nvPr userDrawn="1"/>
        </p:nvSpPr>
        <p:spPr>
          <a:xfrm>
            <a:off x="1972894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" name="Moon 623"/>
          <p:cNvSpPr/>
          <p:nvPr userDrawn="1"/>
        </p:nvSpPr>
        <p:spPr>
          <a:xfrm>
            <a:off x="1972894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5" name="Rectangle 624"/>
          <p:cNvSpPr/>
          <p:nvPr userDrawn="1"/>
        </p:nvSpPr>
        <p:spPr>
          <a:xfrm>
            <a:off x="2285421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26" name="Oval 625"/>
          <p:cNvSpPr/>
          <p:nvPr userDrawn="1"/>
        </p:nvSpPr>
        <p:spPr>
          <a:xfrm>
            <a:off x="235379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7" name="Moon 626"/>
          <p:cNvSpPr/>
          <p:nvPr userDrawn="1"/>
        </p:nvSpPr>
        <p:spPr>
          <a:xfrm>
            <a:off x="235379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" name="Rectangle 627"/>
          <p:cNvSpPr/>
          <p:nvPr userDrawn="1"/>
        </p:nvSpPr>
        <p:spPr>
          <a:xfrm>
            <a:off x="2666325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29" name="Oval 628"/>
          <p:cNvSpPr/>
          <p:nvPr userDrawn="1"/>
        </p:nvSpPr>
        <p:spPr>
          <a:xfrm>
            <a:off x="2734701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" name="Moon 629"/>
          <p:cNvSpPr/>
          <p:nvPr userDrawn="1"/>
        </p:nvSpPr>
        <p:spPr>
          <a:xfrm>
            <a:off x="2734701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1" name="Rectangle 630"/>
          <p:cNvSpPr/>
          <p:nvPr userDrawn="1"/>
        </p:nvSpPr>
        <p:spPr>
          <a:xfrm>
            <a:off x="3047228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2" name="Oval 631"/>
          <p:cNvSpPr/>
          <p:nvPr userDrawn="1"/>
        </p:nvSpPr>
        <p:spPr>
          <a:xfrm>
            <a:off x="3115604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" name="Moon 632"/>
          <p:cNvSpPr/>
          <p:nvPr userDrawn="1"/>
        </p:nvSpPr>
        <p:spPr>
          <a:xfrm>
            <a:off x="3115604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4" name="Rectangle 633"/>
          <p:cNvSpPr/>
          <p:nvPr userDrawn="1"/>
        </p:nvSpPr>
        <p:spPr>
          <a:xfrm>
            <a:off x="3428132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5" name="Oval 634"/>
          <p:cNvSpPr/>
          <p:nvPr userDrawn="1"/>
        </p:nvSpPr>
        <p:spPr>
          <a:xfrm>
            <a:off x="3496508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6" name="Moon 635"/>
          <p:cNvSpPr/>
          <p:nvPr userDrawn="1"/>
        </p:nvSpPr>
        <p:spPr>
          <a:xfrm>
            <a:off x="3496508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7" name="Rectangle 636"/>
          <p:cNvSpPr/>
          <p:nvPr userDrawn="1"/>
        </p:nvSpPr>
        <p:spPr>
          <a:xfrm>
            <a:off x="3809035" y="5332107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8" name="Oval 637"/>
          <p:cNvSpPr/>
          <p:nvPr userDrawn="1"/>
        </p:nvSpPr>
        <p:spPr>
          <a:xfrm>
            <a:off x="3877411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9" name="Moon 638"/>
          <p:cNvSpPr/>
          <p:nvPr userDrawn="1"/>
        </p:nvSpPr>
        <p:spPr>
          <a:xfrm>
            <a:off x="3877411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0" name="Rectangle 639"/>
          <p:cNvSpPr/>
          <p:nvPr userDrawn="1"/>
        </p:nvSpPr>
        <p:spPr>
          <a:xfrm>
            <a:off x="4189939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41" name="Oval 640"/>
          <p:cNvSpPr/>
          <p:nvPr userDrawn="1"/>
        </p:nvSpPr>
        <p:spPr>
          <a:xfrm>
            <a:off x="4258315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2" name="Moon 641"/>
          <p:cNvSpPr/>
          <p:nvPr userDrawn="1"/>
        </p:nvSpPr>
        <p:spPr>
          <a:xfrm>
            <a:off x="4258315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3" name="Rectangle 642"/>
          <p:cNvSpPr/>
          <p:nvPr userDrawn="1"/>
        </p:nvSpPr>
        <p:spPr>
          <a:xfrm>
            <a:off x="4570842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4" name="Oval 643"/>
          <p:cNvSpPr/>
          <p:nvPr userDrawn="1"/>
        </p:nvSpPr>
        <p:spPr>
          <a:xfrm>
            <a:off x="4639218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" name="Moon 644"/>
          <p:cNvSpPr/>
          <p:nvPr userDrawn="1"/>
        </p:nvSpPr>
        <p:spPr>
          <a:xfrm>
            <a:off x="4639218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6" name="Rectangle 645"/>
          <p:cNvSpPr/>
          <p:nvPr userDrawn="1"/>
        </p:nvSpPr>
        <p:spPr>
          <a:xfrm>
            <a:off x="4951746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7" name="Oval 646"/>
          <p:cNvSpPr/>
          <p:nvPr userDrawn="1"/>
        </p:nvSpPr>
        <p:spPr>
          <a:xfrm>
            <a:off x="5020122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" name="Moon 647"/>
          <p:cNvSpPr/>
          <p:nvPr userDrawn="1"/>
        </p:nvSpPr>
        <p:spPr>
          <a:xfrm>
            <a:off x="5020122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9" name="Rectangle 648"/>
          <p:cNvSpPr/>
          <p:nvPr userDrawn="1"/>
        </p:nvSpPr>
        <p:spPr>
          <a:xfrm>
            <a:off x="5332649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0" name="Oval 649"/>
          <p:cNvSpPr/>
          <p:nvPr userDrawn="1"/>
        </p:nvSpPr>
        <p:spPr>
          <a:xfrm>
            <a:off x="5401025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Moon 650"/>
          <p:cNvSpPr/>
          <p:nvPr userDrawn="1"/>
        </p:nvSpPr>
        <p:spPr>
          <a:xfrm>
            <a:off x="5401025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2" name="Rectangle 651"/>
          <p:cNvSpPr/>
          <p:nvPr userDrawn="1"/>
        </p:nvSpPr>
        <p:spPr>
          <a:xfrm>
            <a:off x="5713553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Oval 652"/>
          <p:cNvSpPr/>
          <p:nvPr userDrawn="1"/>
        </p:nvSpPr>
        <p:spPr>
          <a:xfrm>
            <a:off x="5781929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" name="Moon 653"/>
          <p:cNvSpPr/>
          <p:nvPr userDrawn="1"/>
        </p:nvSpPr>
        <p:spPr>
          <a:xfrm>
            <a:off x="5781929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" name="Rectangle 654"/>
          <p:cNvSpPr/>
          <p:nvPr userDrawn="1"/>
        </p:nvSpPr>
        <p:spPr>
          <a:xfrm>
            <a:off x="6094456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6" name="Oval 655"/>
          <p:cNvSpPr/>
          <p:nvPr userDrawn="1"/>
        </p:nvSpPr>
        <p:spPr>
          <a:xfrm>
            <a:off x="6162832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" name="Moon 656"/>
          <p:cNvSpPr/>
          <p:nvPr userDrawn="1"/>
        </p:nvSpPr>
        <p:spPr>
          <a:xfrm>
            <a:off x="6162832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8" name="Rectangle 657"/>
          <p:cNvSpPr/>
          <p:nvPr userDrawn="1"/>
        </p:nvSpPr>
        <p:spPr>
          <a:xfrm>
            <a:off x="6475360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9" name="Oval 658"/>
          <p:cNvSpPr/>
          <p:nvPr userDrawn="1"/>
        </p:nvSpPr>
        <p:spPr>
          <a:xfrm>
            <a:off x="654373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0" name="Moon 659"/>
          <p:cNvSpPr/>
          <p:nvPr userDrawn="1"/>
        </p:nvSpPr>
        <p:spPr>
          <a:xfrm>
            <a:off x="654373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" name="Rectangle 660"/>
          <p:cNvSpPr/>
          <p:nvPr userDrawn="1"/>
        </p:nvSpPr>
        <p:spPr>
          <a:xfrm>
            <a:off x="6856263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Oval 661"/>
          <p:cNvSpPr/>
          <p:nvPr userDrawn="1"/>
        </p:nvSpPr>
        <p:spPr>
          <a:xfrm>
            <a:off x="6924639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Moon 662"/>
          <p:cNvSpPr/>
          <p:nvPr userDrawn="1"/>
        </p:nvSpPr>
        <p:spPr>
          <a:xfrm>
            <a:off x="6924639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4" name="Rectangle 663"/>
          <p:cNvSpPr/>
          <p:nvPr userDrawn="1"/>
        </p:nvSpPr>
        <p:spPr>
          <a:xfrm>
            <a:off x="7237167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" name="Oval 664"/>
          <p:cNvSpPr/>
          <p:nvPr userDrawn="1"/>
        </p:nvSpPr>
        <p:spPr>
          <a:xfrm>
            <a:off x="730554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6" name="Moon 665"/>
          <p:cNvSpPr/>
          <p:nvPr userDrawn="1"/>
        </p:nvSpPr>
        <p:spPr>
          <a:xfrm>
            <a:off x="730554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7" name="Rectangle 666"/>
          <p:cNvSpPr/>
          <p:nvPr userDrawn="1"/>
        </p:nvSpPr>
        <p:spPr>
          <a:xfrm>
            <a:off x="7618070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8" name="Oval 667"/>
          <p:cNvSpPr/>
          <p:nvPr userDrawn="1"/>
        </p:nvSpPr>
        <p:spPr>
          <a:xfrm>
            <a:off x="768644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9" name="Moon 668"/>
          <p:cNvSpPr/>
          <p:nvPr userDrawn="1"/>
        </p:nvSpPr>
        <p:spPr>
          <a:xfrm>
            <a:off x="768644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0" name="Rectangle 669"/>
          <p:cNvSpPr/>
          <p:nvPr userDrawn="1"/>
        </p:nvSpPr>
        <p:spPr>
          <a:xfrm>
            <a:off x="799897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1" name="Oval 670"/>
          <p:cNvSpPr/>
          <p:nvPr userDrawn="1"/>
        </p:nvSpPr>
        <p:spPr>
          <a:xfrm>
            <a:off x="806735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Moon 671"/>
          <p:cNvSpPr/>
          <p:nvPr userDrawn="1"/>
        </p:nvSpPr>
        <p:spPr>
          <a:xfrm>
            <a:off x="806735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3" name="Rectangle 672"/>
          <p:cNvSpPr/>
          <p:nvPr userDrawn="1"/>
        </p:nvSpPr>
        <p:spPr>
          <a:xfrm>
            <a:off x="8379877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Oval 673"/>
          <p:cNvSpPr/>
          <p:nvPr userDrawn="1"/>
        </p:nvSpPr>
        <p:spPr>
          <a:xfrm>
            <a:off x="844825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5" name="Moon 674"/>
          <p:cNvSpPr/>
          <p:nvPr userDrawn="1"/>
        </p:nvSpPr>
        <p:spPr>
          <a:xfrm>
            <a:off x="844825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/>
          <p:cNvSpPr/>
          <p:nvPr userDrawn="1"/>
        </p:nvSpPr>
        <p:spPr>
          <a:xfrm>
            <a:off x="8760781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7" name="Oval 676"/>
          <p:cNvSpPr/>
          <p:nvPr userDrawn="1"/>
        </p:nvSpPr>
        <p:spPr>
          <a:xfrm>
            <a:off x="882915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8" name="Moon 677"/>
          <p:cNvSpPr/>
          <p:nvPr userDrawn="1"/>
        </p:nvSpPr>
        <p:spPr>
          <a:xfrm>
            <a:off x="882915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GO - Title Slide 4">
    <p:bg>
      <p:bgPr>
        <a:gradFill flip="none" rotWithShape="1">
          <a:gsLst>
            <a:gs pos="12000">
              <a:schemeClr val="accent3">
                <a:lumMod val="5000"/>
                <a:lumOff val="9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Rectangle 1011"/>
          <p:cNvSpPr/>
          <p:nvPr userDrawn="1"/>
        </p:nvSpPr>
        <p:spPr>
          <a:xfrm>
            <a:off x="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3" name="Oval 1012"/>
          <p:cNvSpPr/>
          <p:nvPr userDrawn="1"/>
        </p:nvSpPr>
        <p:spPr>
          <a:xfrm>
            <a:off x="6837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4" name="Moon 1013"/>
          <p:cNvSpPr/>
          <p:nvPr userDrawn="1"/>
        </p:nvSpPr>
        <p:spPr>
          <a:xfrm>
            <a:off x="6837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5" name="Rectangle 1014"/>
          <p:cNvSpPr/>
          <p:nvPr userDrawn="1"/>
        </p:nvSpPr>
        <p:spPr>
          <a:xfrm>
            <a:off x="380904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6" name="Oval 1015"/>
          <p:cNvSpPr/>
          <p:nvPr userDrawn="1"/>
        </p:nvSpPr>
        <p:spPr>
          <a:xfrm>
            <a:off x="44928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7" name="Moon 1016"/>
          <p:cNvSpPr/>
          <p:nvPr userDrawn="1"/>
        </p:nvSpPr>
        <p:spPr>
          <a:xfrm>
            <a:off x="44928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" name="Rectangle 1017"/>
          <p:cNvSpPr/>
          <p:nvPr userDrawn="1"/>
        </p:nvSpPr>
        <p:spPr>
          <a:xfrm>
            <a:off x="76180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9" name="Oval 1018"/>
          <p:cNvSpPr/>
          <p:nvPr userDrawn="1"/>
        </p:nvSpPr>
        <p:spPr>
          <a:xfrm>
            <a:off x="83018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0" name="Moon 1019"/>
          <p:cNvSpPr/>
          <p:nvPr userDrawn="1"/>
        </p:nvSpPr>
        <p:spPr>
          <a:xfrm>
            <a:off x="83018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1" name="Rectangle 1020"/>
          <p:cNvSpPr/>
          <p:nvPr userDrawn="1"/>
        </p:nvSpPr>
        <p:spPr>
          <a:xfrm>
            <a:off x="114271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2" name="Oval 1021"/>
          <p:cNvSpPr/>
          <p:nvPr userDrawn="1"/>
        </p:nvSpPr>
        <p:spPr>
          <a:xfrm>
            <a:off x="121108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3" name="Moon 1022"/>
          <p:cNvSpPr/>
          <p:nvPr userDrawn="1"/>
        </p:nvSpPr>
        <p:spPr>
          <a:xfrm>
            <a:off x="121108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Rectangle 1023"/>
          <p:cNvSpPr/>
          <p:nvPr userDrawn="1"/>
        </p:nvSpPr>
        <p:spPr>
          <a:xfrm>
            <a:off x="1523614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Oval 1024"/>
          <p:cNvSpPr/>
          <p:nvPr userDrawn="1"/>
        </p:nvSpPr>
        <p:spPr>
          <a:xfrm>
            <a:off x="159199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Moon 1025"/>
          <p:cNvSpPr/>
          <p:nvPr userDrawn="1"/>
        </p:nvSpPr>
        <p:spPr>
          <a:xfrm>
            <a:off x="159199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Rectangle 1026"/>
          <p:cNvSpPr/>
          <p:nvPr userDrawn="1"/>
        </p:nvSpPr>
        <p:spPr>
          <a:xfrm>
            <a:off x="1904518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Oval 1027"/>
          <p:cNvSpPr/>
          <p:nvPr userDrawn="1"/>
        </p:nvSpPr>
        <p:spPr>
          <a:xfrm>
            <a:off x="197289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Moon 1028"/>
          <p:cNvSpPr/>
          <p:nvPr userDrawn="1"/>
        </p:nvSpPr>
        <p:spPr>
          <a:xfrm>
            <a:off x="197289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1029"/>
          <p:cNvSpPr/>
          <p:nvPr userDrawn="1"/>
        </p:nvSpPr>
        <p:spPr>
          <a:xfrm>
            <a:off x="228542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Oval 1030"/>
          <p:cNvSpPr/>
          <p:nvPr userDrawn="1"/>
        </p:nvSpPr>
        <p:spPr>
          <a:xfrm>
            <a:off x="235379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Moon 1031"/>
          <p:cNvSpPr/>
          <p:nvPr userDrawn="1"/>
        </p:nvSpPr>
        <p:spPr>
          <a:xfrm>
            <a:off x="235379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/>
          <p:cNvSpPr/>
          <p:nvPr userDrawn="1"/>
        </p:nvSpPr>
        <p:spPr>
          <a:xfrm>
            <a:off x="2666325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Oval 1033"/>
          <p:cNvSpPr/>
          <p:nvPr userDrawn="1"/>
        </p:nvSpPr>
        <p:spPr>
          <a:xfrm>
            <a:off x="273470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Moon 1034"/>
          <p:cNvSpPr/>
          <p:nvPr userDrawn="1"/>
        </p:nvSpPr>
        <p:spPr>
          <a:xfrm>
            <a:off x="273470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/>
          <p:cNvSpPr/>
          <p:nvPr userDrawn="1"/>
        </p:nvSpPr>
        <p:spPr>
          <a:xfrm>
            <a:off x="3047228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7" name="Oval 1036"/>
          <p:cNvSpPr/>
          <p:nvPr userDrawn="1"/>
        </p:nvSpPr>
        <p:spPr>
          <a:xfrm>
            <a:off x="311560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Moon 1037"/>
          <p:cNvSpPr/>
          <p:nvPr userDrawn="1"/>
        </p:nvSpPr>
        <p:spPr>
          <a:xfrm>
            <a:off x="311560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/>
          <p:cNvSpPr/>
          <p:nvPr userDrawn="1"/>
        </p:nvSpPr>
        <p:spPr>
          <a:xfrm>
            <a:off x="3428132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Oval 1039"/>
          <p:cNvSpPr/>
          <p:nvPr userDrawn="1"/>
        </p:nvSpPr>
        <p:spPr>
          <a:xfrm>
            <a:off x="349650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Moon 1040"/>
          <p:cNvSpPr/>
          <p:nvPr userDrawn="1"/>
        </p:nvSpPr>
        <p:spPr>
          <a:xfrm>
            <a:off x="349650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/>
          <p:cNvSpPr/>
          <p:nvPr userDrawn="1"/>
        </p:nvSpPr>
        <p:spPr>
          <a:xfrm>
            <a:off x="3809035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Oval 1042"/>
          <p:cNvSpPr/>
          <p:nvPr userDrawn="1"/>
        </p:nvSpPr>
        <p:spPr>
          <a:xfrm>
            <a:off x="387741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Moon 1043"/>
          <p:cNvSpPr/>
          <p:nvPr userDrawn="1"/>
        </p:nvSpPr>
        <p:spPr>
          <a:xfrm>
            <a:off x="387741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/>
          <p:cNvSpPr/>
          <p:nvPr userDrawn="1"/>
        </p:nvSpPr>
        <p:spPr>
          <a:xfrm>
            <a:off x="4189939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Oval 1045"/>
          <p:cNvSpPr/>
          <p:nvPr userDrawn="1"/>
        </p:nvSpPr>
        <p:spPr>
          <a:xfrm>
            <a:off x="425831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Moon 1046"/>
          <p:cNvSpPr/>
          <p:nvPr userDrawn="1"/>
        </p:nvSpPr>
        <p:spPr>
          <a:xfrm>
            <a:off x="425831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/>
          <p:cNvSpPr/>
          <p:nvPr userDrawn="1"/>
        </p:nvSpPr>
        <p:spPr>
          <a:xfrm>
            <a:off x="4570842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Oval 1048"/>
          <p:cNvSpPr/>
          <p:nvPr userDrawn="1"/>
        </p:nvSpPr>
        <p:spPr>
          <a:xfrm>
            <a:off x="463921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Moon 1049"/>
          <p:cNvSpPr/>
          <p:nvPr userDrawn="1"/>
        </p:nvSpPr>
        <p:spPr>
          <a:xfrm>
            <a:off x="463921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/>
          <p:cNvSpPr/>
          <p:nvPr userDrawn="1"/>
        </p:nvSpPr>
        <p:spPr>
          <a:xfrm>
            <a:off x="4951746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Oval 1051"/>
          <p:cNvSpPr/>
          <p:nvPr userDrawn="1"/>
        </p:nvSpPr>
        <p:spPr>
          <a:xfrm>
            <a:off x="502012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Moon 1052"/>
          <p:cNvSpPr/>
          <p:nvPr userDrawn="1"/>
        </p:nvSpPr>
        <p:spPr>
          <a:xfrm>
            <a:off x="502012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3"/>
          <p:cNvSpPr/>
          <p:nvPr userDrawn="1"/>
        </p:nvSpPr>
        <p:spPr>
          <a:xfrm>
            <a:off x="5332649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55" name="Oval 1054"/>
          <p:cNvSpPr/>
          <p:nvPr userDrawn="1"/>
        </p:nvSpPr>
        <p:spPr>
          <a:xfrm>
            <a:off x="540102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Moon 1055"/>
          <p:cNvSpPr/>
          <p:nvPr userDrawn="1"/>
        </p:nvSpPr>
        <p:spPr>
          <a:xfrm>
            <a:off x="540102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/>
          <p:cNvSpPr/>
          <p:nvPr userDrawn="1"/>
        </p:nvSpPr>
        <p:spPr>
          <a:xfrm>
            <a:off x="571355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Oval 1057"/>
          <p:cNvSpPr/>
          <p:nvPr userDrawn="1"/>
        </p:nvSpPr>
        <p:spPr>
          <a:xfrm>
            <a:off x="578192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Moon 1058"/>
          <p:cNvSpPr/>
          <p:nvPr userDrawn="1"/>
        </p:nvSpPr>
        <p:spPr>
          <a:xfrm>
            <a:off x="578192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Rectangle 1059"/>
          <p:cNvSpPr/>
          <p:nvPr userDrawn="1"/>
        </p:nvSpPr>
        <p:spPr>
          <a:xfrm>
            <a:off x="6094456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1" name="Oval 1060"/>
          <p:cNvSpPr/>
          <p:nvPr userDrawn="1"/>
        </p:nvSpPr>
        <p:spPr>
          <a:xfrm>
            <a:off x="616283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2" name="Moon 1061"/>
          <p:cNvSpPr/>
          <p:nvPr userDrawn="1"/>
        </p:nvSpPr>
        <p:spPr>
          <a:xfrm>
            <a:off x="616283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/>
          <p:cNvSpPr/>
          <p:nvPr userDrawn="1"/>
        </p:nvSpPr>
        <p:spPr>
          <a:xfrm>
            <a:off x="647536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4" name="Oval 1063"/>
          <p:cNvSpPr/>
          <p:nvPr userDrawn="1"/>
        </p:nvSpPr>
        <p:spPr>
          <a:xfrm>
            <a:off x="654373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5" name="Moon 1064"/>
          <p:cNvSpPr/>
          <p:nvPr userDrawn="1"/>
        </p:nvSpPr>
        <p:spPr>
          <a:xfrm>
            <a:off x="654373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" name="Rectangle 1065"/>
          <p:cNvSpPr/>
          <p:nvPr userDrawn="1"/>
        </p:nvSpPr>
        <p:spPr>
          <a:xfrm>
            <a:off x="685626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Oval 1066"/>
          <p:cNvSpPr/>
          <p:nvPr userDrawn="1"/>
        </p:nvSpPr>
        <p:spPr>
          <a:xfrm>
            <a:off x="692463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8" name="Moon 1067"/>
          <p:cNvSpPr/>
          <p:nvPr userDrawn="1"/>
        </p:nvSpPr>
        <p:spPr>
          <a:xfrm>
            <a:off x="692463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9" name="Rectangle 1068"/>
          <p:cNvSpPr/>
          <p:nvPr userDrawn="1"/>
        </p:nvSpPr>
        <p:spPr>
          <a:xfrm>
            <a:off x="723716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0" name="Oval 1069"/>
          <p:cNvSpPr/>
          <p:nvPr userDrawn="1"/>
        </p:nvSpPr>
        <p:spPr>
          <a:xfrm>
            <a:off x="730554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1" name="Moon 1070"/>
          <p:cNvSpPr/>
          <p:nvPr userDrawn="1"/>
        </p:nvSpPr>
        <p:spPr>
          <a:xfrm>
            <a:off x="730554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Rectangle 1071"/>
          <p:cNvSpPr/>
          <p:nvPr userDrawn="1"/>
        </p:nvSpPr>
        <p:spPr>
          <a:xfrm>
            <a:off x="7618070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73" name="Oval 1072"/>
          <p:cNvSpPr/>
          <p:nvPr userDrawn="1"/>
        </p:nvSpPr>
        <p:spPr>
          <a:xfrm>
            <a:off x="768644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4" name="Moon 1073"/>
          <p:cNvSpPr/>
          <p:nvPr userDrawn="1"/>
        </p:nvSpPr>
        <p:spPr>
          <a:xfrm>
            <a:off x="768644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5" name="Rectangle 1074"/>
          <p:cNvSpPr/>
          <p:nvPr userDrawn="1"/>
        </p:nvSpPr>
        <p:spPr>
          <a:xfrm>
            <a:off x="7998974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76" name="Oval 1075"/>
          <p:cNvSpPr/>
          <p:nvPr userDrawn="1"/>
        </p:nvSpPr>
        <p:spPr>
          <a:xfrm>
            <a:off x="806735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7" name="Moon 1076"/>
          <p:cNvSpPr/>
          <p:nvPr userDrawn="1"/>
        </p:nvSpPr>
        <p:spPr>
          <a:xfrm>
            <a:off x="806735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8" name="Rectangle 1077"/>
          <p:cNvSpPr/>
          <p:nvPr userDrawn="1"/>
        </p:nvSpPr>
        <p:spPr>
          <a:xfrm>
            <a:off x="8379877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9" name="Oval 1078"/>
          <p:cNvSpPr/>
          <p:nvPr userDrawn="1"/>
        </p:nvSpPr>
        <p:spPr>
          <a:xfrm>
            <a:off x="844825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" name="Moon 1079"/>
          <p:cNvSpPr/>
          <p:nvPr userDrawn="1"/>
        </p:nvSpPr>
        <p:spPr>
          <a:xfrm>
            <a:off x="844825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1" name="Rectangle 1080"/>
          <p:cNvSpPr/>
          <p:nvPr userDrawn="1"/>
        </p:nvSpPr>
        <p:spPr>
          <a:xfrm>
            <a:off x="8760781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2" name="Oval 1081"/>
          <p:cNvSpPr/>
          <p:nvPr userDrawn="1"/>
        </p:nvSpPr>
        <p:spPr>
          <a:xfrm>
            <a:off x="882915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Moon 1082"/>
          <p:cNvSpPr/>
          <p:nvPr userDrawn="1"/>
        </p:nvSpPr>
        <p:spPr>
          <a:xfrm>
            <a:off x="882915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/>
          <p:cNvSpPr/>
          <p:nvPr userDrawn="1"/>
        </p:nvSpPr>
        <p:spPr>
          <a:xfrm>
            <a:off x="0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Oval 1084"/>
          <p:cNvSpPr/>
          <p:nvPr userDrawn="1"/>
        </p:nvSpPr>
        <p:spPr>
          <a:xfrm>
            <a:off x="6837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Moon 1085"/>
          <p:cNvSpPr/>
          <p:nvPr userDrawn="1"/>
        </p:nvSpPr>
        <p:spPr>
          <a:xfrm>
            <a:off x="6837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/>
          <p:cNvSpPr/>
          <p:nvPr userDrawn="1"/>
        </p:nvSpPr>
        <p:spPr>
          <a:xfrm>
            <a:off x="380904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Oval 1087"/>
          <p:cNvSpPr/>
          <p:nvPr userDrawn="1"/>
        </p:nvSpPr>
        <p:spPr>
          <a:xfrm>
            <a:off x="44928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Moon 1088"/>
          <p:cNvSpPr/>
          <p:nvPr userDrawn="1"/>
        </p:nvSpPr>
        <p:spPr>
          <a:xfrm>
            <a:off x="44928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/>
          <p:cNvSpPr/>
          <p:nvPr userDrawn="1"/>
        </p:nvSpPr>
        <p:spPr>
          <a:xfrm>
            <a:off x="761807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Oval 1090"/>
          <p:cNvSpPr/>
          <p:nvPr userDrawn="1"/>
        </p:nvSpPr>
        <p:spPr>
          <a:xfrm>
            <a:off x="83018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Moon 1091"/>
          <p:cNvSpPr/>
          <p:nvPr userDrawn="1"/>
        </p:nvSpPr>
        <p:spPr>
          <a:xfrm>
            <a:off x="83018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/>
          <p:cNvSpPr/>
          <p:nvPr userDrawn="1"/>
        </p:nvSpPr>
        <p:spPr>
          <a:xfrm>
            <a:off x="1142711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Oval 1093"/>
          <p:cNvSpPr/>
          <p:nvPr userDrawn="1"/>
        </p:nvSpPr>
        <p:spPr>
          <a:xfrm>
            <a:off x="121108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Moon 1094"/>
          <p:cNvSpPr/>
          <p:nvPr userDrawn="1"/>
        </p:nvSpPr>
        <p:spPr>
          <a:xfrm>
            <a:off x="121108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/>
          <p:cNvSpPr/>
          <p:nvPr userDrawn="1"/>
        </p:nvSpPr>
        <p:spPr>
          <a:xfrm>
            <a:off x="1523614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Oval 1096"/>
          <p:cNvSpPr/>
          <p:nvPr userDrawn="1"/>
        </p:nvSpPr>
        <p:spPr>
          <a:xfrm>
            <a:off x="159199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Moon 1097"/>
          <p:cNvSpPr/>
          <p:nvPr userDrawn="1"/>
        </p:nvSpPr>
        <p:spPr>
          <a:xfrm>
            <a:off x="159199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/>
          <p:cNvSpPr/>
          <p:nvPr userDrawn="1"/>
        </p:nvSpPr>
        <p:spPr>
          <a:xfrm>
            <a:off x="1904518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Oval 1099"/>
          <p:cNvSpPr/>
          <p:nvPr userDrawn="1"/>
        </p:nvSpPr>
        <p:spPr>
          <a:xfrm>
            <a:off x="1972894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Moon 1100"/>
          <p:cNvSpPr/>
          <p:nvPr userDrawn="1"/>
        </p:nvSpPr>
        <p:spPr>
          <a:xfrm>
            <a:off x="1972894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/>
          <p:cNvSpPr/>
          <p:nvPr userDrawn="1"/>
        </p:nvSpPr>
        <p:spPr>
          <a:xfrm>
            <a:off x="2285421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03" name="Oval 1102"/>
          <p:cNvSpPr/>
          <p:nvPr userDrawn="1"/>
        </p:nvSpPr>
        <p:spPr>
          <a:xfrm>
            <a:off x="235379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Moon 1103"/>
          <p:cNvSpPr/>
          <p:nvPr userDrawn="1"/>
        </p:nvSpPr>
        <p:spPr>
          <a:xfrm>
            <a:off x="235379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/>
          <p:cNvSpPr/>
          <p:nvPr userDrawn="1"/>
        </p:nvSpPr>
        <p:spPr>
          <a:xfrm>
            <a:off x="2666325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06" name="Oval 1105"/>
          <p:cNvSpPr/>
          <p:nvPr userDrawn="1"/>
        </p:nvSpPr>
        <p:spPr>
          <a:xfrm>
            <a:off x="2734701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Moon 1106"/>
          <p:cNvSpPr/>
          <p:nvPr userDrawn="1"/>
        </p:nvSpPr>
        <p:spPr>
          <a:xfrm>
            <a:off x="2734701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Rectangle 1107"/>
          <p:cNvSpPr/>
          <p:nvPr userDrawn="1"/>
        </p:nvSpPr>
        <p:spPr>
          <a:xfrm>
            <a:off x="3047228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9" name="Oval 1108"/>
          <p:cNvSpPr/>
          <p:nvPr userDrawn="1"/>
        </p:nvSpPr>
        <p:spPr>
          <a:xfrm>
            <a:off x="3115604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0" name="Moon 1109"/>
          <p:cNvSpPr/>
          <p:nvPr userDrawn="1"/>
        </p:nvSpPr>
        <p:spPr>
          <a:xfrm>
            <a:off x="3115604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" name="Rectangle 1110"/>
          <p:cNvSpPr/>
          <p:nvPr userDrawn="1"/>
        </p:nvSpPr>
        <p:spPr>
          <a:xfrm>
            <a:off x="3428132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2" name="Oval 1111"/>
          <p:cNvSpPr/>
          <p:nvPr userDrawn="1"/>
        </p:nvSpPr>
        <p:spPr>
          <a:xfrm>
            <a:off x="3496508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3" name="Moon 1112"/>
          <p:cNvSpPr/>
          <p:nvPr userDrawn="1"/>
        </p:nvSpPr>
        <p:spPr>
          <a:xfrm>
            <a:off x="3496508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4" name="Rectangle 1113"/>
          <p:cNvSpPr/>
          <p:nvPr userDrawn="1"/>
        </p:nvSpPr>
        <p:spPr>
          <a:xfrm>
            <a:off x="3809035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5" name="Oval 1114"/>
          <p:cNvSpPr/>
          <p:nvPr userDrawn="1"/>
        </p:nvSpPr>
        <p:spPr>
          <a:xfrm>
            <a:off x="3877411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" name="Moon 1115"/>
          <p:cNvSpPr/>
          <p:nvPr userDrawn="1"/>
        </p:nvSpPr>
        <p:spPr>
          <a:xfrm>
            <a:off x="3877411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" name="Rectangle 1116"/>
          <p:cNvSpPr/>
          <p:nvPr userDrawn="1"/>
        </p:nvSpPr>
        <p:spPr>
          <a:xfrm>
            <a:off x="4189939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" name="Oval 1117"/>
          <p:cNvSpPr/>
          <p:nvPr userDrawn="1"/>
        </p:nvSpPr>
        <p:spPr>
          <a:xfrm>
            <a:off x="4258315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Moon 1118"/>
          <p:cNvSpPr/>
          <p:nvPr userDrawn="1"/>
        </p:nvSpPr>
        <p:spPr>
          <a:xfrm>
            <a:off x="4258315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/>
          <p:cNvSpPr/>
          <p:nvPr userDrawn="1"/>
        </p:nvSpPr>
        <p:spPr>
          <a:xfrm>
            <a:off x="4570842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Oval 1120"/>
          <p:cNvSpPr/>
          <p:nvPr userDrawn="1"/>
        </p:nvSpPr>
        <p:spPr>
          <a:xfrm>
            <a:off x="4639218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Moon 1121"/>
          <p:cNvSpPr/>
          <p:nvPr userDrawn="1"/>
        </p:nvSpPr>
        <p:spPr>
          <a:xfrm>
            <a:off x="4639218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/>
          <p:cNvSpPr/>
          <p:nvPr userDrawn="1"/>
        </p:nvSpPr>
        <p:spPr>
          <a:xfrm>
            <a:off x="4951746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Oval 1123"/>
          <p:cNvSpPr/>
          <p:nvPr userDrawn="1"/>
        </p:nvSpPr>
        <p:spPr>
          <a:xfrm>
            <a:off x="5020122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Moon 1124"/>
          <p:cNvSpPr/>
          <p:nvPr userDrawn="1"/>
        </p:nvSpPr>
        <p:spPr>
          <a:xfrm>
            <a:off x="5020122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/>
          <p:cNvSpPr/>
          <p:nvPr userDrawn="1"/>
        </p:nvSpPr>
        <p:spPr>
          <a:xfrm>
            <a:off x="5332649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Oval 1126"/>
          <p:cNvSpPr/>
          <p:nvPr userDrawn="1"/>
        </p:nvSpPr>
        <p:spPr>
          <a:xfrm>
            <a:off x="5401025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Moon 1127"/>
          <p:cNvSpPr/>
          <p:nvPr userDrawn="1"/>
        </p:nvSpPr>
        <p:spPr>
          <a:xfrm>
            <a:off x="5401025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/>
          <p:cNvSpPr/>
          <p:nvPr userDrawn="1"/>
        </p:nvSpPr>
        <p:spPr>
          <a:xfrm>
            <a:off x="5713553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Oval 1129"/>
          <p:cNvSpPr/>
          <p:nvPr userDrawn="1"/>
        </p:nvSpPr>
        <p:spPr>
          <a:xfrm>
            <a:off x="5781929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Moon 1130"/>
          <p:cNvSpPr/>
          <p:nvPr userDrawn="1"/>
        </p:nvSpPr>
        <p:spPr>
          <a:xfrm>
            <a:off x="5781929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/>
          <p:cNvSpPr/>
          <p:nvPr userDrawn="1"/>
        </p:nvSpPr>
        <p:spPr>
          <a:xfrm>
            <a:off x="6094456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Oval 1132"/>
          <p:cNvSpPr/>
          <p:nvPr userDrawn="1"/>
        </p:nvSpPr>
        <p:spPr>
          <a:xfrm>
            <a:off x="6162832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Moon 1133"/>
          <p:cNvSpPr/>
          <p:nvPr userDrawn="1"/>
        </p:nvSpPr>
        <p:spPr>
          <a:xfrm>
            <a:off x="6162832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/>
          <p:cNvSpPr/>
          <p:nvPr userDrawn="1"/>
        </p:nvSpPr>
        <p:spPr>
          <a:xfrm>
            <a:off x="6475360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Oval 1135"/>
          <p:cNvSpPr/>
          <p:nvPr userDrawn="1"/>
        </p:nvSpPr>
        <p:spPr>
          <a:xfrm>
            <a:off x="654373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Moon 1136"/>
          <p:cNvSpPr/>
          <p:nvPr userDrawn="1"/>
        </p:nvSpPr>
        <p:spPr>
          <a:xfrm>
            <a:off x="654373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/>
          <p:cNvSpPr/>
          <p:nvPr userDrawn="1"/>
        </p:nvSpPr>
        <p:spPr>
          <a:xfrm>
            <a:off x="6856263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Oval 1138"/>
          <p:cNvSpPr/>
          <p:nvPr userDrawn="1"/>
        </p:nvSpPr>
        <p:spPr>
          <a:xfrm>
            <a:off x="6924639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Moon 1139"/>
          <p:cNvSpPr/>
          <p:nvPr userDrawn="1"/>
        </p:nvSpPr>
        <p:spPr>
          <a:xfrm>
            <a:off x="6924639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/>
          <p:cNvSpPr/>
          <p:nvPr userDrawn="1"/>
        </p:nvSpPr>
        <p:spPr>
          <a:xfrm>
            <a:off x="7237167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Oval 1141"/>
          <p:cNvSpPr/>
          <p:nvPr userDrawn="1"/>
        </p:nvSpPr>
        <p:spPr>
          <a:xfrm>
            <a:off x="730554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Moon 1142"/>
          <p:cNvSpPr/>
          <p:nvPr userDrawn="1"/>
        </p:nvSpPr>
        <p:spPr>
          <a:xfrm>
            <a:off x="730554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Rectangle 1143"/>
          <p:cNvSpPr/>
          <p:nvPr userDrawn="1"/>
        </p:nvSpPr>
        <p:spPr>
          <a:xfrm>
            <a:off x="7618070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5" name="Oval 1144"/>
          <p:cNvSpPr/>
          <p:nvPr userDrawn="1"/>
        </p:nvSpPr>
        <p:spPr>
          <a:xfrm>
            <a:off x="768644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" name="Moon 1145"/>
          <p:cNvSpPr/>
          <p:nvPr userDrawn="1"/>
        </p:nvSpPr>
        <p:spPr>
          <a:xfrm>
            <a:off x="768644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7" name="Rectangle 1146"/>
          <p:cNvSpPr/>
          <p:nvPr userDrawn="1"/>
        </p:nvSpPr>
        <p:spPr>
          <a:xfrm>
            <a:off x="7998974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8" name="Oval 1147"/>
          <p:cNvSpPr/>
          <p:nvPr userDrawn="1"/>
        </p:nvSpPr>
        <p:spPr>
          <a:xfrm>
            <a:off x="806735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9" name="Moon 1148"/>
          <p:cNvSpPr/>
          <p:nvPr userDrawn="1"/>
        </p:nvSpPr>
        <p:spPr>
          <a:xfrm>
            <a:off x="806735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0" name="Rectangle 1149"/>
          <p:cNvSpPr/>
          <p:nvPr userDrawn="1"/>
        </p:nvSpPr>
        <p:spPr>
          <a:xfrm>
            <a:off x="8379877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51" name="Oval 1150"/>
          <p:cNvSpPr/>
          <p:nvPr userDrawn="1"/>
        </p:nvSpPr>
        <p:spPr>
          <a:xfrm>
            <a:off x="844825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2" name="Moon 1151"/>
          <p:cNvSpPr/>
          <p:nvPr userDrawn="1"/>
        </p:nvSpPr>
        <p:spPr>
          <a:xfrm>
            <a:off x="844825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3" name="Rectangle 1152"/>
          <p:cNvSpPr/>
          <p:nvPr userDrawn="1"/>
        </p:nvSpPr>
        <p:spPr>
          <a:xfrm>
            <a:off x="8760781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54" name="Oval 1153"/>
          <p:cNvSpPr/>
          <p:nvPr userDrawn="1"/>
        </p:nvSpPr>
        <p:spPr>
          <a:xfrm>
            <a:off x="882915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5" name="Moon 1154"/>
          <p:cNvSpPr/>
          <p:nvPr userDrawn="1"/>
        </p:nvSpPr>
        <p:spPr>
          <a:xfrm>
            <a:off x="882915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6" name="Rectangle 1155"/>
          <p:cNvSpPr/>
          <p:nvPr userDrawn="1"/>
        </p:nvSpPr>
        <p:spPr>
          <a:xfrm>
            <a:off x="0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57" name="Oval 1156"/>
          <p:cNvSpPr/>
          <p:nvPr userDrawn="1"/>
        </p:nvSpPr>
        <p:spPr>
          <a:xfrm>
            <a:off x="6837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8" name="Moon 1157"/>
          <p:cNvSpPr/>
          <p:nvPr userDrawn="1"/>
        </p:nvSpPr>
        <p:spPr>
          <a:xfrm>
            <a:off x="6837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9" name="Rectangle 1158"/>
          <p:cNvSpPr/>
          <p:nvPr userDrawn="1"/>
        </p:nvSpPr>
        <p:spPr>
          <a:xfrm>
            <a:off x="380904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" name="Oval 1159"/>
          <p:cNvSpPr/>
          <p:nvPr userDrawn="1"/>
        </p:nvSpPr>
        <p:spPr>
          <a:xfrm>
            <a:off x="44928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1" name="Moon 1160"/>
          <p:cNvSpPr/>
          <p:nvPr userDrawn="1"/>
        </p:nvSpPr>
        <p:spPr>
          <a:xfrm>
            <a:off x="44928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2" name="Rectangle 1161"/>
          <p:cNvSpPr/>
          <p:nvPr userDrawn="1"/>
        </p:nvSpPr>
        <p:spPr>
          <a:xfrm>
            <a:off x="761807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" name="Oval 1162"/>
          <p:cNvSpPr/>
          <p:nvPr userDrawn="1"/>
        </p:nvSpPr>
        <p:spPr>
          <a:xfrm>
            <a:off x="83018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4" name="Moon 1163"/>
          <p:cNvSpPr/>
          <p:nvPr userDrawn="1"/>
        </p:nvSpPr>
        <p:spPr>
          <a:xfrm>
            <a:off x="83018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5" name="Rectangle 1164"/>
          <p:cNvSpPr/>
          <p:nvPr userDrawn="1"/>
        </p:nvSpPr>
        <p:spPr>
          <a:xfrm>
            <a:off x="1142711" y="571297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6" name="Oval 1165"/>
          <p:cNvSpPr/>
          <p:nvPr userDrawn="1"/>
        </p:nvSpPr>
        <p:spPr>
          <a:xfrm>
            <a:off x="121108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7" name="Moon 1166"/>
          <p:cNvSpPr/>
          <p:nvPr userDrawn="1"/>
        </p:nvSpPr>
        <p:spPr>
          <a:xfrm>
            <a:off x="121108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8" name="Rectangle 1167"/>
          <p:cNvSpPr/>
          <p:nvPr userDrawn="1"/>
        </p:nvSpPr>
        <p:spPr>
          <a:xfrm>
            <a:off x="1523614" y="571297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" name="Oval 1168"/>
          <p:cNvSpPr/>
          <p:nvPr userDrawn="1"/>
        </p:nvSpPr>
        <p:spPr>
          <a:xfrm>
            <a:off x="159199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0" name="Moon 1169"/>
          <p:cNvSpPr/>
          <p:nvPr userDrawn="1"/>
        </p:nvSpPr>
        <p:spPr>
          <a:xfrm>
            <a:off x="159199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1" name="Rectangle 1170"/>
          <p:cNvSpPr/>
          <p:nvPr userDrawn="1"/>
        </p:nvSpPr>
        <p:spPr>
          <a:xfrm>
            <a:off x="1904518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" name="Oval 1171"/>
          <p:cNvSpPr/>
          <p:nvPr userDrawn="1"/>
        </p:nvSpPr>
        <p:spPr>
          <a:xfrm>
            <a:off x="1972894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3" name="Moon 1172"/>
          <p:cNvSpPr/>
          <p:nvPr userDrawn="1"/>
        </p:nvSpPr>
        <p:spPr>
          <a:xfrm>
            <a:off x="1972894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4" name="Rectangle 1173"/>
          <p:cNvSpPr/>
          <p:nvPr userDrawn="1"/>
        </p:nvSpPr>
        <p:spPr>
          <a:xfrm>
            <a:off x="2285421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5" name="Oval 1174"/>
          <p:cNvSpPr/>
          <p:nvPr userDrawn="1"/>
        </p:nvSpPr>
        <p:spPr>
          <a:xfrm>
            <a:off x="235379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6" name="Moon 1175"/>
          <p:cNvSpPr/>
          <p:nvPr userDrawn="1"/>
        </p:nvSpPr>
        <p:spPr>
          <a:xfrm>
            <a:off x="235379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7" name="Rectangle 1176"/>
          <p:cNvSpPr/>
          <p:nvPr userDrawn="1"/>
        </p:nvSpPr>
        <p:spPr>
          <a:xfrm>
            <a:off x="2666325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8" name="Oval 1177"/>
          <p:cNvSpPr/>
          <p:nvPr userDrawn="1"/>
        </p:nvSpPr>
        <p:spPr>
          <a:xfrm>
            <a:off x="2734701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" name="Moon 1178"/>
          <p:cNvSpPr/>
          <p:nvPr userDrawn="1"/>
        </p:nvSpPr>
        <p:spPr>
          <a:xfrm>
            <a:off x="2734701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0" name="Rectangle 1179"/>
          <p:cNvSpPr/>
          <p:nvPr userDrawn="1"/>
        </p:nvSpPr>
        <p:spPr>
          <a:xfrm>
            <a:off x="3047228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1" name="Oval 1180"/>
          <p:cNvSpPr/>
          <p:nvPr userDrawn="1"/>
        </p:nvSpPr>
        <p:spPr>
          <a:xfrm>
            <a:off x="3115604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2" name="Moon 1181"/>
          <p:cNvSpPr/>
          <p:nvPr userDrawn="1"/>
        </p:nvSpPr>
        <p:spPr>
          <a:xfrm>
            <a:off x="3115604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" name="Rectangle 1182"/>
          <p:cNvSpPr/>
          <p:nvPr userDrawn="1"/>
        </p:nvSpPr>
        <p:spPr>
          <a:xfrm>
            <a:off x="3428132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4" name="Oval 1183"/>
          <p:cNvSpPr/>
          <p:nvPr userDrawn="1"/>
        </p:nvSpPr>
        <p:spPr>
          <a:xfrm>
            <a:off x="3496508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5" name="Moon 1184"/>
          <p:cNvSpPr/>
          <p:nvPr userDrawn="1"/>
        </p:nvSpPr>
        <p:spPr>
          <a:xfrm>
            <a:off x="3496508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6" name="Rectangle 1185"/>
          <p:cNvSpPr/>
          <p:nvPr userDrawn="1"/>
        </p:nvSpPr>
        <p:spPr>
          <a:xfrm>
            <a:off x="3809035" y="571297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7" name="Oval 1186"/>
          <p:cNvSpPr/>
          <p:nvPr userDrawn="1"/>
        </p:nvSpPr>
        <p:spPr>
          <a:xfrm>
            <a:off x="3877411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8" name="Moon 1187"/>
          <p:cNvSpPr/>
          <p:nvPr userDrawn="1"/>
        </p:nvSpPr>
        <p:spPr>
          <a:xfrm>
            <a:off x="3877411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9" name="Rectangle 1188"/>
          <p:cNvSpPr/>
          <p:nvPr userDrawn="1"/>
        </p:nvSpPr>
        <p:spPr>
          <a:xfrm>
            <a:off x="4189939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0" name="Oval 1189"/>
          <p:cNvSpPr/>
          <p:nvPr userDrawn="1"/>
        </p:nvSpPr>
        <p:spPr>
          <a:xfrm>
            <a:off x="4258315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1" name="Moon 1190"/>
          <p:cNvSpPr/>
          <p:nvPr userDrawn="1"/>
        </p:nvSpPr>
        <p:spPr>
          <a:xfrm>
            <a:off x="4258315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2" name="Rectangle 1191"/>
          <p:cNvSpPr/>
          <p:nvPr userDrawn="1"/>
        </p:nvSpPr>
        <p:spPr>
          <a:xfrm>
            <a:off x="4570842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3" name="Oval 1192"/>
          <p:cNvSpPr/>
          <p:nvPr userDrawn="1"/>
        </p:nvSpPr>
        <p:spPr>
          <a:xfrm>
            <a:off x="4639218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4" name="Moon 1193"/>
          <p:cNvSpPr/>
          <p:nvPr userDrawn="1"/>
        </p:nvSpPr>
        <p:spPr>
          <a:xfrm>
            <a:off x="4639218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5" name="Rectangle 1194"/>
          <p:cNvSpPr/>
          <p:nvPr userDrawn="1"/>
        </p:nvSpPr>
        <p:spPr>
          <a:xfrm>
            <a:off x="4951746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6" name="Oval 1195"/>
          <p:cNvSpPr/>
          <p:nvPr userDrawn="1"/>
        </p:nvSpPr>
        <p:spPr>
          <a:xfrm>
            <a:off x="5020122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7" name="Moon 1196"/>
          <p:cNvSpPr/>
          <p:nvPr userDrawn="1"/>
        </p:nvSpPr>
        <p:spPr>
          <a:xfrm>
            <a:off x="5020122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8" name="Rectangle 1197"/>
          <p:cNvSpPr/>
          <p:nvPr userDrawn="1"/>
        </p:nvSpPr>
        <p:spPr>
          <a:xfrm>
            <a:off x="5332649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9" name="Oval 1198"/>
          <p:cNvSpPr/>
          <p:nvPr userDrawn="1"/>
        </p:nvSpPr>
        <p:spPr>
          <a:xfrm>
            <a:off x="5401025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0" name="Moon 1199"/>
          <p:cNvSpPr/>
          <p:nvPr userDrawn="1"/>
        </p:nvSpPr>
        <p:spPr>
          <a:xfrm>
            <a:off x="5401025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1" name="Rectangle 1200"/>
          <p:cNvSpPr/>
          <p:nvPr userDrawn="1"/>
        </p:nvSpPr>
        <p:spPr>
          <a:xfrm>
            <a:off x="5713553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2" name="Oval 1201"/>
          <p:cNvSpPr/>
          <p:nvPr userDrawn="1"/>
        </p:nvSpPr>
        <p:spPr>
          <a:xfrm>
            <a:off x="5781929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3" name="Moon 1202"/>
          <p:cNvSpPr/>
          <p:nvPr userDrawn="1"/>
        </p:nvSpPr>
        <p:spPr>
          <a:xfrm>
            <a:off x="5781929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4" name="Rectangle 1203"/>
          <p:cNvSpPr/>
          <p:nvPr userDrawn="1"/>
        </p:nvSpPr>
        <p:spPr>
          <a:xfrm>
            <a:off x="6094456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5" name="Oval 1204"/>
          <p:cNvSpPr/>
          <p:nvPr userDrawn="1"/>
        </p:nvSpPr>
        <p:spPr>
          <a:xfrm>
            <a:off x="6162832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6" name="Moon 1205"/>
          <p:cNvSpPr/>
          <p:nvPr userDrawn="1"/>
        </p:nvSpPr>
        <p:spPr>
          <a:xfrm>
            <a:off x="6162832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7" name="Rectangle 1206"/>
          <p:cNvSpPr/>
          <p:nvPr userDrawn="1"/>
        </p:nvSpPr>
        <p:spPr>
          <a:xfrm>
            <a:off x="6475360" y="571297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8" name="Oval 1207"/>
          <p:cNvSpPr/>
          <p:nvPr userDrawn="1"/>
        </p:nvSpPr>
        <p:spPr>
          <a:xfrm>
            <a:off x="654373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9" name="Moon 1208"/>
          <p:cNvSpPr/>
          <p:nvPr userDrawn="1"/>
        </p:nvSpPr>
        <p:spPr>
          <a:xfrm>
            <a:off x="654373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0" name="Rectangle 1209"/>
          <p:cNvSpPr/>
          <p:nvPr userDrawn="1"/>
        </p:nvSpPr>
        <p:spPr>
          <a:xfrm>
            <a:off x="6856263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11" name="Oval 1210"/>
          <p:cNvSpPr/>
          <p:nvPr userDrawn="1"/>
        </p:nvSpPr>
        <p:spPr>
          <a:xfrm>
            <a:off x="6924639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2" name="Moon 1211"/>
          <p:cNvSpPr/>
          <p:nvPr userDrawn="1"/>
        </p:nvSpPr>
        <p:spPr>
          <a:xfrm>
            <a:off x="6924639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3" name="Rectangle 1212"/>
          <p:cNvSpPr/>
          <p:nvPr userDrawn="1"/>
        </p:nvSpPr>
        <p:spPr>
          <a:xfrm>
            <a:off x="7237167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14" name="Oval 1213"/>
          <p:cNvSpPr/>
          <p:nvPr userDrawn="1"/>
        </p:nvSpPr>
        <p:spPr>
          <a:xfrm>
            <a:off x="730554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5" name="Moon 1214"/>
          <p:cNvSpPr/>
          <p:nvPr userDrawn="1"/>
        </p:nvSpPr>
        <p:spPr>
          <a:xfrm>
            <a:off x="730554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6" name="Rectangle 1215"/>
          <p:cNvSpPr/>
          <p:nvPr userDrawn="1"/>
        </p:nvSpPr>
        <p:spPr>
          <a:xfrm>
            <a:off x="7618070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7" name="Oval 1216"/>
          <p:cNvSpPr/>
          <p:nvPr userDrawn="1"/>
        </p:nvSpPr>
        <p:spPr>
          <a:xfrm>
            <a:off x="768644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8" name="Moon 1217"/>
          <p:cNvSpPr/>
          <p:nvPr userDrawn="1"/>
        </p:nvSpPr>
        <p:spPr>
          <a:xfrm>
            <a:off x="768644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9" name="Rectangle 1218"/>
          <p:cNvSpPr/>
          <p:nvPr userDrawn="1"/>
        </p:nvSpPr>
        <p:spPr>
          <a:xfrm>
            <a:off x="7998974" y="571297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0" name="Oval 1219"/>
          <p:cNvSpPr/>
          <p:nvPr userDrawn="1"/>
        </p:nvSpPr>
        <p:spPr>
          <a:xfrm>
            <a:off x="806735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1" name="Moon 1220"/>
          <p:cNvSpPr/>
          <p:nvPr userDrawn="1"/>
        </p:nvSpPr>
        <p:spPr>
          <a:xfrm>
            <a:off x="806735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2" name="Rectangle 1221"/>
          <p:cNvSpPr/>
          <p:nvPr userDrawn="1"/>
        </p:nvSpPr>
        <p:spPr>
          <a:xfrm>
            <a:off x="8379877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3" name="Oval 1222"/>
          <p:cNvSpPr/>
          <p:nvPr userDrawn="1"/>
        </p:nvSpPr>
        <p:spPr>
          <a:xfrm>
            <a:off x="844825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4" name="Moon 1223"/>
          <p:cNvSpPr/>
          <p:nvPr userDrawn="1"/>
        </p:nvSpPr>
        <p:spPr>
          <a:xfrm>
            <a:off x="844825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5" name="Rectangle 1224"/>
          <p:cNvSpPr/>
          <p:nvPr userDrawn="1"/>
        </p:nvSpPr>
        <p:spPr>
          <a:xfrm>
            <a:off x="8760781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6" name="Oval 1225"/>
          <p:cNvSpPr/>
          <p:nvPr userDrawn="1"/>
        </p:nvSpPr>
        <p:spPr>
          <a:xfrm>
            <a:off x="882915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7" name="Moon 1226"/>
          <p:cNvSpPr/>
          <p:nvPr userDrawn="1"/>
        </p:nvSpPr>
        <p:spPr>
          <a:xfrm>
            <a:off x="882915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8" name="Rectangle 1227"/>
          <p:cNvSpPr/>
          <p:nvPr userDrawn="1"/>
        </p:nvSpPr>
        <p:spPr>
          <a:xfrm>
            <a:off x="0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" name="Oval 1228"/>
          <p:cNvSpPr/>
          <p:nvPr userDrawn="1"/>
        </p:nvSpPr>
        <p:spPr>
          <a:xfrm>
            <a:off x="6837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0" name="Moon 1229"/>
          <p:cNvSpPr/>
          <p:nvPr userDrawn="1"/>
        </p:nvSpPr>
        <p:spPr>
          <a:xfrm>
            <a:off x="6837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1" name="Rectangle 1230"/>
          <p:cNvSpPr/>
          <p:nvPr userDrawn="1"/>
        </p:nvSpPr>
        <p:spPr>
          <a:xfrm>
            <a:off x="38090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2" name="Oval 1231"/>
          <p:cNvSpPr/>
          <p:nvPr userDrawn="1"/>
        </p:nvSpPr>
        <p:spPr>
          <a:xfrm>
            <a:off x="44928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3" name="Moon 1232"/>
          <p:cNvSpPr/>
          <p:nvPr userDrawn="1"/>
        </p:nvSpPr>
        <p:spPr>
          <a:xfrm>
            <a:off x="44928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4" name="Rectangle 1233"/>
          <p:cNvSpPr/>
          <p:nvPr userDrawn="1"/>
        </p:nvSpPr>
        <p:spPr>
          <a:xfrm>
            <a:off x="761807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35" name="Oval 1234"/>
          <p:cNvSpPr/>
          <p:nvPr userDrawn="1"/>
        </p:nvSpPr>
        <p:spPr>
          <a:xfrm>
            <a:off x="83018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6" name="Moon 1235"/>
          <p:cNvSpPr/>
          <p:nvPr userDrawn="1"/>
        </p:nvSpPr>
        <p:spPr>
          <a:xfrm>
            <a:off x="83018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7" name="Rectangle 1236"/>
          <p:cNvSpPr/>
          <p:nvPr userDrawn="1"/>
        </p:nvSpPr>
        <p:spPr>
          <a:xfrm>
            <a:off x="1142711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38" name="Oval 1237"/>
          <p:cNvSpPr/>
          <p:nvPr userDrawn="1"/>
        </p:nvSpPr>
        <p:spPr>
          <a:xfrm>
            <a:off x="121108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9" name="Moon 1238"/>
          <p:cNvSpPr/>
          <p:nvPr userDrawn="1"/>
        </p:nvSpPr>
        <p:spPr>
          <a:xfrm>
            <a:off x="121108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0" name="Rectangle 1239"/>
          <p:cNvSpPr/>
          <p:nvPr userDrawn="1"/>
        </p:nvSpPr>
        <p:spPr>
          <a:xfrm>
            <a:off x="152361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1" name="Oval 1240"/>
          <p:cNvSpPr/>
          <p:nvPr userDrawn="1"/>
        </p:nvSpPr>
        <p:spPr>
          <a:xfrm>
            <a:off x="159199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2" name="Moon 1241"/>
          <p:cNvSpPr/>
          <p:nvPr userDrawn="1"/>
        </p:nvSpPr>
        <p:spPr>
          <a:xfrm>
            <a:off x="159199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3" name="Rectangle 1242"/>
          <p:cNvSpPr/>
          <p:nvPr userDrawn="1"/>
        </p:nvSpPr>
        <p:spPr>
          <a:xfrm>
            <a:off x="1904518" y="5332107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4" name="Oval 1243"/>
          <p:cNvSpPr/>
          <p:nvPr userDrawn="1"/>
        </p:nvSpPr>
        <p:spPr>
          <a:xfrm>
            <a:off x="1972894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5" name="Moon 1244"/>
          <p:cNvSpPr/>
          <p:nvPr userDrawn="1"/>
        </p:nvSpPr>
        <p:spPr>
          <a:xfrm>
            <a:off x="1972894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6" name="Rectangle 1245"/>
          <p:cNvSpPr/>
          <p:nvPr userDrawn="1"/>
        </p:nvSpPr>
        <p:spPr>
          <a:xfrm>
            <a:off x="2285421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47" name="Oval 1246"/>
          <p:cNvSpPr/>
          <p:nvPr userDrawn="1"/>
        </p:nvSpPr>
        <p:spPr>
          <a:xfrm>
            <a:off x="235379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8" name="Moon 1247"/>
          <p:cNvSpPr/>
          <p:nvPr userDrawn="1"/>
        </p:nvSpPr>
        <p:spPr>
          <a:xfrm>
            <a:off x="235379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" name="Rectangle 1248"/>
          <p:cNvSpPr/>
          <p:nvPr userDrawn="1"/>
        </p:nvSpPr>
        <p:spPr>
          <a:xfrm>
            <a:off x="2666325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50" name="Oval 1249"/>
          <p:cNvSpPr/>
          <p:nvPr userDrawn="1"/>
        </p:nvSpPr>
        <p:spPr>
          <a:xfrm>
            <a:off x="2734701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1" name="Moon 1250"/>
          <p:cNvSpPr/>
          <p:nvPr userDrawn="1"/>
        </p:nvSpPr>
        <p:spPr>
          <a:xfrm>
            <a:off x="2734701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2" name="Rectangle 1251"/>
          <p:cNvSpPr/>
          <p:nvPr userDrawn="1"/>
        </p:nvSpPr>
        <p:spPr>
          <a:xfrm>
            <a:off x="3047228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53" name="Oval 1252"/>
          <p:cNvSpPr/>
          <p:nvPr userDrawn="1"/>
        </p:nvSpPr>
        <p:spPr>
          <a:xfrm>
            <a:off x="3115604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4" name="Moon 1253"/>
          <p:cNvSpPr/>
          <p:nvPr userDrawn="1"/>
        </p:nvSpPr>
        <p:spPr>
          <a:xfrm>
            <a:off x="3115604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5" name="Rectangle 1254"/>
          <p:cNvSpPr/>
          <p:nvPr userDrawn="1"/>
        </p:nvSpPr>
        <p:spPr>
          <a:xfrm>
            <a:off x="3428132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6" name="Oval 1255"/>
          <p:cNvSpPr/>
          <p:nvPr userDrawn="1"/>
        </p:nvSpPr>
        <p:spPr>
          <a:xfrm>
            <a:off x="3496508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7" name="Moon 1256"/>
          <p:cNvSpPr/>
          <p:nvPr userDrawn="1"/>
        </p:nvSpPr>
        <p:spPr>
          <a:xfrm>
            <a:off x="3496508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8" name="Rectangle 1257"/>
          <p:cNvSpPr/>
          <p:nvPr userDrawn="1"/>
        </p:nvSpPr>
        <p:spPr>
          <a:xfrm>
            <a:off x="3809035" y="5332107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9" name="Oval 1258"/>
          <p:cNvSpPr/>
          <p:nvPr userDrawn="1"/>
        </p:nvSpPr>
        <p:spPr>
          <a:xfrm>
            <a:off x="3877411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0" name="Moon 1259"/>
          <p:cNvSpPr/>
          <p:nvPr userDrawn="1"/>
        </p:nvSpPr>
        <p:spPr>
          <a:xfrm>
            <a:off x="3877411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1" name="Rectangle 1260"/>
          <p:cNvSpPr/>
          <p:nvPr userDrawn="1"/>
        </p:nvSpPr>
        <p:spPr>
          <a:xfrm>
            <a:off x="4189939" y="533210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62" name="Oval 1261"/>
          <p:cNvSpPr/>
          <p:nvPr userDrawn="1"/>
        </p:nvSpPr>
        <p:spPr>
          <a:xfrm>
            <a:off x="4258315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3" name="Moon 1262"/>
          <p:cNvSpPr/>
          <p:nvPr userDrawn="1"/>
        </p:nvSpPr>
        <p:spPr>
          <a:xfrm>
            <a:off x="4258315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4" name="Rectangle 1263"/>
          <p:cNvSpPr/>
          <p:nvPr userDrawn="1"/>
        </p:nvSpPr>
        <p:spPr>
          <a:xfrm>
            <a:off x="4570842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5" name="Oval 1264"/>
          <p:cNvSpPr/>
          <p:nvPr userDrawn="1"/>
        </p:nvSpPr>
        <p:spPr>
          <a:xfrm>
            <a:off x="4639218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1" name="Moon 1270"/>
          <p:cNvSpPr/>
          <p:nvPr userDrawn="1"/>
        </p:nvSpPr>
        <p:spPr>
          <a:xfrm>
            <a:off x="4639218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2" name="Rectangle 1271"/>
          <p:cNvSpPr/>
          <p:nvPr userDrawn="1"/>
        </p:nvSpPr>
        <p:spPr>
          <a:xfrm>
            <a:off x="4951746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3" name="Oval 1272"/>
          <p:cNvSpPr/>
          <p:nvPr userDrawn="1"/>
        </p:nvSpPr>
        <p:spPr>
          <a:xfrm>
            <a:off x="5020122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4" name="Moon 1273"/>
          <p:cNvSpPr/>
          <p:nvPr userDrawn="1"/>
        </p:nvSpPr>
        <p:spPr>
          <a:xfrm>
            <a:off x="5020122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5" name="Rectangle 1274"/>
          <p:cNvSpPr/>
          <p:nvPr userDrawn="1"/>
        </p:nvSpPr>
        <p:spPr>
          <a:xfrm>
            <a:off x="5332649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6" name="Oval 1275"/>
          <p:cNvSpPr/>
          <p:nvPr userDrawn="1"/>
        </p:nvSpPr>
        <p:spPr>
          <a:xfrm>
            <a:off x="5401025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7" name="Moon 1276"/>
          <p:cNvSpPr/>
          <p:nvPr userDrawn="1"/>
        </p:nvSpPr>
        <p:spPr>
          <a:xfrm>
            <a:off x="5401025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8" name="Rectangle 1277"/>
          <p:cNvSpPr/>
          <p:nvPr userDrawn="1"/>
        </p:nvSpPr>
        <p:spPr>
          <a:xfrm>
            <a:off x="5713553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9" name="Oval 1278"/>
          <p:cNvSpPr/>
          <p:nvPr userDrawn="1"/>
        </p:nvSpPr>
        <p:spPr>
          <a:xfrm>
            <a:off x="5781929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0" name="Moon 1279"/>
          <p:cNvSpPr/>
          <p:nvPr userDrawn="1"/>
        </p:nvSpPr>
        <p:spPr>
          <a:xfrm>
            <a:off x="5781929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1" name="Rectangle 1280"/>
          <p:cNvSpPr/>
          <p:nvPr userDrawn="1"/>
        </p:nvSpPr>
        <p:spPr>
          <a:xfrm>
            <a:off x="6094456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2" name="Oval 1281"/>
          <p:cNvSpPr/>
          <p:nvPr userDrawn="1"/>
        </p:nvSpPr>
        <p:spPr>
          <a:xfrm>
            <a:off x="6162832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3" name="Moon 1282"/>
          <p:cNvSpPr/>
          <p:nvPr userDrawn="1"/>
        </p:nvSpPr>
        <p:spPr>
          <a:xfrm>
            <a:off x="6162832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4" name="Rectangle 1283"/>
          <p:cNvSpPr/>
          <p:nvPr userDrawn="1"/>
        </p:nvSpPr>
        <p:spPr>
          <a:xfrm>
            <a:off x="6475360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5" name="Oval 1284"/>
          <p:cNvSpPr/>
          <p:nvPr userDrawn="1"/>
        </p:nvSpPr>
        <p:spPr>
          <a:xfrm>
            <a:off x="654373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6" name="Moon 1285"/>
          <p:cNvSpPr/>
          <p:nvPr userDrawn="1"/>
        </p:nvSpPr>
        <p:spPr>
          <a:xfrm>
            <a:off x="654373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7" name="Rectangle 1286"/>
          <p:cNvSpPr/>
          <p:nvPr userDrawn="1"/>
        </p:nvSpPr>
        <p:spPr>
          <a:xfrm>
            <a:off x="6856263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8" name="Oval 1287"/>
          <p:cNvSpPr/>
          <p:nvPr userDrawn="1"/>
        </p:nvSpPr>
        <p:spPr>
          <a:xfrm>
            <a:off x="6924639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9" name="Moon 1288"/>
          <p:cNvSpPr/>
          <p:nvPr userDrawn="1"/>
        </p:nvSpPr>
        <p:spPr>
          <a:xfrm>
            <a:off x="6924639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0" name="Rectangle 1289"/>
          <p:cNvSpPr/>
          <p:nvPr userDrawn="1"/>
        </p:nvSpPr>
        <p:spPr>
          <a:xfrm>
            <a:off x="7237167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1" name="Oval 1290"/>
          <p:cNvSpPr/>
          <p:nvPr userDrawn="1"/>
        </p:nvSpPr>
        <p:spPr>
          <a:xfrm>
            <a:off x="730554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2" name="Moon 1291"/>
          <p:cNvSpPr/>
          <p:nvPr userDrawn="1"/>
        </p:nvSpPr>
        <p:spPr>
          <a:xfrm>
            <a:off x="730554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3" name="Rectangle 1292"/>
          <p:cNvSpPr/>
          <p:nvPr userDrawn="1"/>
        </p:nvSpPr>
        <p:spPr>
          <a:xfrm>
            <a:off x="7618070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4" name="Oval 1293"/>
          <p:cNvSpPr/>
          <p:nvPr userDrawn="1"/>
        </p:nvSpPr>
        <p:spPr>
          <a:xfrm>
            <a:off x="768644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5" name="Moon 1294"/>
          <p:cNvSpPr/>
          <p:nvPr userDrawn="1"/>
        </p:nvSpPr>
        <p:spPr>
          <a:xfrm>
            <a:off x="768644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6" name="Rectangle 1295"/>
          <p:cNvSpPr/>
          <p:nvPr userDrawn="1"/>
        </p:nvSpPr>
        <p:spPr>
          <a:xfrm>
            <a:off x="799897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7" name="Oval 1296"/>
          <p:cNvSpPr/>
          <p:nvPr userDrawn="1"/>
        </p:nvSpPr>
        <p:spPr>
          <a:xfrm>
            <a:off x="806735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8" name="Moon 1297"/>
          <p:cNvSpPr/>
          <p:nvPr userDrawn="1"/>
        </p:nvSpPr>
        <p:spPr>
          <a:xfrm>
            <a:off x="806735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" name="Rectangle 1298"/>
          <p:cNvSpPr/>
          <p:nvPr userDrawn="1"/>
        </p:nvSpPr>
        <p:spPr>
          <a:xfrm>
            <a:off x="8379877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0" name="Oval 1299"/>
          <p:cNvSpPr/>
          <p:nvPr userDrawn="1"/>
        </p:nvSpPr>
        <p:spPr>
          <a:xfrm>
            <a:off x="844825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1" name="Moon 1300"/>
          <p:cNvSpPr/>
          <p:nvPr userDrawn="1"/>
        </p:nvSpPr>
        <p:spPr>
          <a:xfrm>
            <a:off x="844825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2" name="Rectangle 1301"/>
          <p:cNvSpPr/>
          <p:nvPr userDrawn="1"/>
        </p:nvSpPr>
        <p:spPr>
          <a:xfrm>
            <a:off x="8760781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3" name="Oval 1302"/>
          <p:cNvSpPr/>
          <p:nvPr userDrawn="1"/>
        </p:nvSpPr>
        <p:spPr>
          <a:xfrm>
            <a:off x="882915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4" name="Moon 1303"/>
          <p:cNvSpPr/>
          <p:nvPr userDrawn="1"/>
        </p:nvSpPr>
        <p:spPr>
          <a:xfrm>
            <a:off x="882915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5" name="Rectangle 1304"/>
          <p:cNvSpPr/>
          <p:nvPr userDrawn="1"/>
        </p:nvSpPr>
        <p:spPr>
          <a:xfrm>
            <a:off x="0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6" name="Oval 1305"/>
          <p:cNvSpPr/>
          <p:nvPr userDrawn="1"/>
        </p:nvSpPr>
        <p:spPr>
          <a:xfrm>
            <a:off x="68376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7" name="Moon 1306"/>
          <p:cNvSpPr/>
          <p:nvPr userDrawn="1"/>
        </p:nvSpPr>
        <p:spPr>
          <a:xfrm>
            <a:off x="68376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8" name="Rectangle 1307"/>
          <p:cNvSpPr/>
          <p:nvPr userDrawn="1"/>
        </p:nvSpPr>
        <p:spPr>
          <a:xfrm>
            <a:off x="380904" y="495124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9" name="Oval 1308"/>
          <p:cNvSpPr/>
          <p:nvPr userDrawn="1"/>
        </p:nvSpPr>
        <p:spPr>
          <a:xfrm>
            <a:off x="449280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0" name="Moon 1309"/>
          <p:cNvSpPr/>
          <p:nvPr userDrawn="1"/>
        </p:nvSpPr>
        <p:spPr>
          <a:xfrm>
            <a:off x="449280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1" name="Rectangle 1310"/>
          <p:cNvSpPr/>
          <p:nvPr userDrawn="1"/>
        </p:nvSpPr>
        <p:spPr>
          <a:xfrm>
            <a:off x="761807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2" name="Oval 1311"/>
          <p:cNvSpPr/>
          <p:nvPr userDrawn="1"/>
        </p:nvSpPr>
        <p:spPr>
          <a:xfrm>
            <a:off x="830183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3" name="Moon 1312"/>
          <p:cNvSpPr/>
          <p:nvPr userDrawn="1"/>
        </p:nvSpPr>
        <p:spPr>
          <a:xfrm>
            <a:off x="830183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4" name="Rectangle 1313"/>
          <p:cNvSpPr/>
          <p:nvPr userDrawn="1"/>
        </p:nvSpPr>
        <p:spPr>
          <a:xfrm>
            <a:off x="1142711" y="495124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5" name="Oval 1314"/>
          <p:cNvSpPr/>
          <p:nvPr userDrawn="1"/>
        </p:nvSpPr>
        <p:spPr>
          <a:xfrm>
            <a:off x="1211087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6" name="Moon 1315"/>
          <p:cNvSpPr/>
          <p:nvPr userDrawn="1"/>
        </p:nvSpPr>
        <p:spPr>
          <a:xfrm>
            <a:off x="1211087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7" name="Rectangle 1316"/>
          <p:cNvSpPr/>
          <p:nvPr userDrawn="1"/>
        </p:nvSpPr>
        <p:spPr>
          <a:xfrm>
            <a:off x="1523614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8" name="Oval 1317"/>
          <p:cNvSpPr/>
          <p:nvPr userDrawn="1"/>
        </p:nvSpPr>
        <p:spPr>
          <a:xfrm>
            <a:off x="1591990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9" name="Moon 1318"/>
          <p:cNvSpPr/>
          <p:nvPr userDrawn="1"/>
        </p:nvSpPr>
        <p:spPr>
          <a:xfrm>
            <a:off x="1591990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0" name="Rectangle 1319"/>
          <p:cNvSpPr/>
          <p:nvPr userDrawn="1"/>
        </p:nvSpPr>
        <p:spPr>
          <a:xfrm>
            <a:off x="1904518" y="495124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1" name="Oval 1320"/>
          <p:cNvSpPr/>
          <p:nvPr userDrawn="1"/>
        </p:nvSpPr>
        <p:spPr>
          <a:xfrm>
            <a:off x="1972894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2" name="Moon 1321"/>
          <p:cNvSpPr/>
          <p:nvPr userDrawn="1"/>
        </p:nvSpPr>
        <p:spPr>
          <a:xfrm>
            <a:off x="1972894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3" name="Rectangle 1322"/>
          <p:cNvSpPr/>
          <p:nvPr userDrawn="1"/>
        </p:nvSpPr>
        <p:spPr>
          <a:xfrm>
            <a:off x="2285421" y="495124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4" name="Oval 1323"/>
          <p:cNvSpPr/>
          <p:nvPr userDrawn="1"/>
        </p:nvSpPr>
        <p:spPr>
          <a:xfrm>
            <a:off x="2353797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5" name="Moon 1324"/>
          <p:cNvSpPr/>
          <p:nvPr userDrawn="1"/>
        </p:nvSpPr>
        <p:spPr>
          <a:xfrm>
            <a:off x="2353797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6" name="Rectangle 1325"/>
          <p:cNvSpPr/>
          <p:nvPr userDrawn="1"/>
        </p:nvSpPr>
        <p:spPr>
          <a:xfrm>
            <a:off x="2666325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7" name="Oval 1326"/>
          <p:cNvSpPr/>
          <p:nvPr userDrawn="1"/>
        </p:nvSpPr>
        <p:spPr>
          <a:xfrm>
            <a:off x="2734701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8" name="Moon 1327"/>
          <p:cNvSpPr/>
          <p:nvPr userDrawn="1"/>
        </p:nvSpPr>
        <p:spPr>
          <a:xfrm>
            <a:off x="2734701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9" name="Rectangle 1328"/>
          <p:cNvSpPr/>
          <p:nvPr userDrawn="1"/>
        </p:nvSpPr>
        <p:spPr>
          <a:xfrm>
            <a:off x="3047228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0" name="Oval 1329"/>
          <p:cNvSpPr/>
          <p:nvPr userDrawn="1"/>
        </p:nvSpPr>
        <p:spPr>
          <a:xfrm>
            <a:off x="3115604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" name="Moon 1330"/>
          <p:cNvSpPr/>
          <p:nvPr userDrawn="1"/>
        </p:nvSpPr>
        <p:spPr>
          <a:xfrm>
            <a:off x="3115604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2" name="Rectangle 1331"/>
          <p:cNvSpPr/>
          <p:nvPr userDrawn="1"/>
        </p:nvSpPr>
        <p:spPr>
          <a:xfrm>
            <a:off x="3428132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3" name="Oval 1332"/>
          <p:cNvSpPr/>
          <p:nvPr userDrawn="1"/>
        </p:nvSpPr>
        <p:spPr>
          <a:xfrm>
            <a:off x="3496508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4" name="Moon 1333"/>
          <p:cNvSpPr/>
          <p:nvPr userDrawn="1"/>
        </p:nvSpPr>
        <p:spPr>
          <a:xfrm>
            <a:off x="3496508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5" name="Rectangle 1334"/>
          <p:cNvSpPr/>
          <p:nvPr userDrawn="1"/>
        </p:nvSpPr>
        <p:spPr>
          <a:xfrm>
            <a:off x="3809035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6" name="Oval 1335"/>
          <p:cNvSpPr/>
          <p:nvPr userDrawn="1"/>
        </p:nvSpPr>
        <p:spPr>
          <a:xfrm>
            <a:off x="3877411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7" name="Moon 1336"/>
          <p:cNvSpPr/>
          <p:nvPr userDrawn="1"/>
        </p:nvSpPr>
        <p:spPr>
          <a:xfrm>
            <a:off x="3877411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8" name="Rectangle 1337"/>
          <p:cNvSpPr/>
          <p:nvPr userDrawn="1"/>
        </p:nvSpPr>
        <p:spPr>
          <a:xfrm>
            <a:off x="4189939" y="495124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39" name="Oval 1338"/>
          <p:cNvSpPr/>
          <p:nvPr userDrawn="1"/>
        </p:nvSpPr>
        <p:spPr>
          <a:xfrm>
            <a:off x="4258315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6" name="Moon 1345"/>
          <p:cNvSpPr/>
          <p:nvPr userDrawn="1"/>
        </p:nvSpPr>
        <p:spPr>
          <a:xfrm>
            <a:off x="4258315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7" name="Rectangle 1346"/>
          <p:cNvSpPr/>
          <p:nvPr userDrawn="1"/>
        </p:nvSpPr>
        <p:spPr>
          <a:xfrm>
            <a:off x="4570842" y="495124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8" name="Oval 1347"/>
          <p:cNvSpPr/>
          <p:nvPr userDrawn="1"/>
        </p:nvSpPr>
        <p:spPr>
          <a:xfrm>
            <a:off x="4639218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9" name="Moon 1348"/>
          <p:cNvSpPr/>
          <p:nvPr userDrawn="1"/>
        </p:nvSpPr>
        <p:spPr>
          <a:xfrm>
            <a:off x="4639218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0" name="Rectangle 1349"/>
          <p:cNvSpPr/>
          <p:nvPr userDrawn="1"/>
        </p:nvSpPr>
        <p:spPr>
          <a:xfrm>
            <a:off x="4951746" y="495124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1" name="Oval 1350"/>
          <p:cNvSpPr/>
          <p:nvPr userDrawn="1"/>
        </p:nvSpPr>
        <p:spPr>
          <a:xfrm>
            <a:off x="5020122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2" name="Moon 1351"/>
          <p:cNvSpPr/>
          <p:nvPr userDrawn="1"/>
        </p:nvSpPr>
        <p:spPr>
          <a:xfrm>
            <a:off x="5020122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3" name="Rectangle 1352"/>
          <p:cNvSpPr/>
          <p:nvPr userDrawn="1"/>
        </p:nvSpPr>
        <p:spPr>
          <a:xfrm>
            <a:off x="5332649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4" name="Oval 1353"/>
          <p:cNvSpPr/>
          <p:nvPr userDrawn="1"/>
        </p:nvSpPr>
        <p:spPr>
          <a:xfrm>
            <a:off x="5401025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5" name="Moon 1354"/>
          <p:cNvSpPr/>
          <p:nvPr userDrawn="1"/>
        </p:nvSpPr>
        <p:spPr>
          <a:xfrm>
            <a:off x="5401025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6" name="Rectangle 1355"/>
          <p:cNvSpPr/>
          <p:nvPr userDrawn="1"/>
        </p:nvSpPr>
        <p:spPr>
          <a:xfrm>
            <a:off x="5713553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7" name="Oval 1356"/>
          <p:cNvSpPr/>
          <p:nvPr userDrawn="1"/>
        </p:nvSpPr>
        <p:spPr>
          <a:xfrm>
            <a:off x="5781929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" name="Moon 1357"/>
          <p:cNvSpPr/>
          <p:nvPr userDrawn="1"/>
        </p:nvSpPr>
        <p:spPr>
          <a:xfrm>
            <a:off x="5781929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" name="Rectangle 1358"/>
          <p:cNvSpPr/>
          <p:nvPr userDrawn="1"/>
        </p:nvSpPr>
        <p:spPr>
          <a:xfrm>
            <a:off x="6094456" y="495124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" name="Oval 1359"/>
          <p:cNvSpPr/>
          <p:nvPr userDrawn="1"/>
        </p:nvSpPr>
        <p:spPr>
          <a:xfrm>
            <a:off x="6162832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1" name="Moon 1360"/>
          <p:cNvSpPr/>
          <p:nvPr userDrawn="1"/>
        </p:nvSpPr>
        <p:spPr>
          <a:xfrm>
            <a:off x="6162832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2" name="Rectangle 1361"/>
          <p:cNvSpPr/>
          <p:nvPr userDrawn="1"/>
        </p:nvSpPr>
        <p:spPr>
          <a:xfrm>
            <a:off x="6475360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3" name="Oval 1362"/>
          <p:cNvSpPr/>
          <p:nvPr userDrawn="1"/>
        </p:nvSpPr>
        <p:spPr>
          <a:xfrm>
            <a:off x="6543736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4" name="Moon 1363"/>
          <p:cNvSpPr/>
          <p:nvPr userDrawn="1"/>
        </p:nvSpPr>
        <p:spPr>
          <a:xfrm>
            <a:off x="6543736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5" name="Rectangle 1364"/>
          <p:cNvSpPr/>
          <p:nvPr userDrawn="1"/>
        </p:nvSpPr>
        <p:spPr>
          <a:xfrm>
            <a:off x="6856263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6" name="Oval 1365"/>
          <p:cNvSpPr/>
          <p:nvPr userDrawn="1"/>
        </p:nvSpPr>
        <p:spPr>
          <a:xfrm>
            <a:off x="6924639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7" name="Moon 1366"/>
          <p:cNvSpPr/>
          <p:nvPr userDrawn="1"/>
        </p:nvSpPr>
        <p:spPr>
          <a:xfrm>
            <a:off x="6924639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8" name="Rectangle 1367"/>
          <p:cNvSpPr/>
          <p:nvPr userDrawn="1"/>
        </p:nvSpPr>
        <p:spPr>
          <a:xfrm>
            <a:off x="7237167" y="495124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69" name="Oval 1368"/>
          <p:cNvSpPr/>
          <p:nvPr userDrawn="1"/>
        </p:nvSpPr>
        <p:spPr>
          <a:xfrm>
            <a:off x="7305543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0" name="Moon 1369"/>
          <p:cNvSpPr/>
          <p:nvPr userDrawn="1"/>
        </p:nvSpPr>
        <p:spPr>
          <a:xfrm>
            <a:off x="7305543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1" name="Rectangle 1370"/>
          <p:cNvSpPr/>
          <p:nvPr userDrawn="1"/>
        </p:nvSpPr>
        <p:spPr>
          <a:xfrm>
            <a:off x="7618070" y="495124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72" name="Oval 1371"/>
          <p:cNvSpPr/>
          <p:nvPr userDrawn="1"/>
        </p:nvSpPr>
        <p:spPr>
          <a:xfrm>
            <a:off x="7686446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3" name="Moon 1372"/>
          <p:cNvSpPr/>
          <p:nvPr userDrawn="1"/>
        </p:nvSpPr>
        <p:spPr>
          <a:xfrm>
            <a:off x="7686446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4" name="Rectangle 1373"/>
          <p:cNvSpPr/>
          <p:nvPr userDrawn="1"/>
        </p:nvSpPr>
        <p:spPr>
          <a:xfrm>
            <a:off x="7998974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5" name="Oval 1374"/>
          <p:cNvSpPr/>
          <p:nvPr userDrawn="1"/>
        </p:nvSpPr>
        <p:spPr>
          <a:xfrm>
            <a:off x="8067350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6" name="Moon 1375"/>
          <p:cNvSpPr/>
          <p:nvPr userDrawn="1"/>
        </p:nvSpPr>
        <p:spPr>
          <a:xfrm>
            <a:off x="8067350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7" name="Rectangle 1376"/>
          <p:cNvSpPr/>
          <p:nvPr userDrawn="1"/>
        </p:nvSpPr>
        <p:spPr>
          <a:xfrm>
            <a:off x="8379877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8" name="Oval 1377"/>
          <p:cNvSpPr/>
          <p:nvPr userDrawn="1"/>
        </p:nvSpPr>
        <p:spPr>
          <a:xfrm>
            <a:off x="8448253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9" name="Moon 1378"/>
          <p:cNvSpPr/>
          <p:nvPr userDrawn="1"/>
        </p:nvSpPr>
        <p:spPr>
          <a:xfrm>
            <a:off x="8448253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0" name="Rectangle 1379"/>
          <p:cNvSpPr/>
          <p:nvPr userDrawn="1"/>
        </p:nvSpPr>
        <p:spPr>
          <a:xfrm>
            <a:off x="8760781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1" name="Oval 1380"/>
          <p:cNvSpPr/>
          <p:nvPr userDrawn="1"/>
        </p:nvSpPr>
        <p:spPr>
          <a:xfrm>
            <a:off x="8829157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2" name="Moon 1381"/>
          <p:cNvSpPr/>
          <p:nvPr userDrawn="1"/>
        </p:nvSpPr>
        <p:spPr>
          <a:xfrm>
            <a:off x="8829157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3" name="Rectangle 1382"/>
          <p:cNvSpPr/>
          <p:nvPr userDrawn="1"/>
        </p:nvSpPr>
        <p:spPr>
          <a:xfrm>
            <a:off x="0" y="457037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4" name="Oval 1383"/>
          <p:cNvSpPr/>
          <p:nvPr userDrawn="1"/>
        </p:nvSpPr>
        <p:spPr>
          <a:xfrm>
            <a:off x="68376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5" name="Moon 1384"/>
          <p:cNvSpPr/>
          <p:nvPr userDrawn="1"/>
        </p:nvSpPr>
        <p:spPr>
          <a:xfrm>
            <a:off x="68376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6" name="Rectangle 1385"/>
          <p:cNvSpPr/>
          <p:nvPr userDrawn="1"/>
        </p:nvSpPr>
        <p:spPr>
          <a:xfrm>
            <a:off x="380904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87" name="Oval 1386"/>
          <p:cNvSpPr/>
          <p:nvPr userDrawn="1"/>
        </p:nvSpPr>
        <p:spPr>
          <a:xfrm>
            <a:off x="449280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8" name="Moon 1387"/>
          <p:cNvSpPr/>
          <p:nvPr userDrawn="1"/>
        </p:nvSpPr>
        <p:spPr>
          <a:xfrm>
            <a:off x="449280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9" name="Rectangle 1388"/>
          <p:cNvSpPr/>
          <p:nvPr userDrawn="1"/>
        </p:nvSpPr>
        <p:spPr>
          <a:xfrm>
            <a:off x="761807" y="457037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0" name="Oval 1389"/>
          <p:cNvSpPr/>
          <p:nvPr userDrawn="1"/>
        </p:nvSpPr>
        <p:spPr>
          <a:xfrm>
            <a:off x="830183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1" name="Moon 1390"/>
          <p:cNvSpPr/>
          <p:nvPr userDrawn="1"/>
        </p:nvSpPr>
        <p:spPr>
          <a:xfrm>
            <a:off x="830183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2" name="Rectangle 1391"/>
          <p:cNvSpPr/>
          <p:nvPr userDrawn="1"/>
        </p:nvSpPr>
        <p:spPr>
          <a:xfrm>
            <a:off x="1142711" y="457037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3" name="Oval 1392"/>
          <p:cNvSpPr/>
          <p:nvPr userDrawn="1"/>
        </p:nvSpPr>
        <p:spPr>
          <a:xfrm>
            <a:off x="1211087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4" name="Moon 1393"/>
          <p:cNvSpPr/>
          <p:nvPr userDrawn="1"/>
        </p:nvSpPr>
        <p:spPr>
          <a:xfrm>
            <a:off x="1211087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5" name="Rectangle 1394"/>
          <p:cNvSpPr/>
          <p:nvPr userDrawn="1"/>
        </p:nvSpPr>
        <p:spPr>
          <a:xfrm>
            <a:off x="1523614" y="457037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6" name="Oval 1395"/>
          <p:cNvSpPr/>
          <p:nvPr userDrawn="1"/>
        </p:nvSpPr>
        <p:spPr>
          <a:xfrm>
            <a:off x="1591990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7" name="Moon 1396"/>
          <p:cNvSpPr/>
          <p:nvPr userDrawn="1"/>
        </p:nvSpPr>
        <p:spPr>
          <a:xfrm>
            <a:off x="1591990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8" name="Rectangle 1397"/>
          <p:cNvSpPr/>
          <p:nvPr userDrawn="1"/>
        </p:nvSpPr>
        <p:spPr>
          <a:xfrm>
            <a:off x="1904518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99" name="Oval 1398"/>
          <p:cNvSpPr/>
          <p:nvPr userDrawn="1"/>
        </p:nvSpPr>
        <p:spPr>
          <a:xfrm>
            <a:off x="1972894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0" name="Moon 1399"/>
          <p:cNvSpPr/>
          <p:nvPr userDrawn="1"/>
        </p:nvSpPr>
        <p:spPr>
          <a:xfrm>
            <a:off x="1972894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1" name="Rectangle 1400"/>
          <p:cNvSpPr/>
          <p:nvPr userDrawn="1"/>
        </p:nvSpPr>
        <p:spPr>
          <a:xfrm>
            <a:off x="2285421" y="457037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2" name="Oval 1401"/>
          <p:cNvSpPr/>
          <p:nvPr userDrawn="1"/>
        </p:nvSpPr>
        <p:spPr>
          <a:xfrm>
            <a:off x="2353797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3" name="Moon 1402"/>
          <p:cNvSpPr/>
          <p:nvPr userDrawn="1"/>
        </p:nvSpPr>
        <p:spPr>
          <a:xfrm>
            <a:off x="2353797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4" name="Rectangle 1403"/>
          <p:cNvSpPr/>
          <p:nvPr userDrawn="1"/>
        </p:nvSpPr>
        <p:spPr>
          <a:xfrm>
            <a:off x="2666325" y="457037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5" name="Oval 1404"/>
          <p:cNvSpPr/>
          <p:nvPr userDrawn="1"/>
        </p:nvSpPr>
        <p:spPr>
          <a:xfrm>
            <a:off x="2734701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6" name="Moon 1405"/>
          <p:cNvSpPr/>
          <p:nvPr userDrawn="1"/>
        </p:nvSpPr>
        <p:spPr>
          <a:xfrm>
            <a:off x="2734701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7" name="Rectangle 1406"/>
          <p:cNvSpPr/>
          <p:nvPr userDrawn="1"/>
        </p:nvSpPr>
        <p:spPr>
          <a:xfrm>
            <a:off x="3047228" y="457037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8" name="Oval 1407"/>
          <p:cNvSpPr/>
          <p:nvPr userDrawn="1"/>
        </p:nvSpPr>
        <p:spPr>
          <a:xfrm>
            <a:off x="3115604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9" name="Moon 1408"/>
          <p:cNvSpPr/>
          <p:nvPr userDrawn="1"/>
        </p:nvSpPr>
        <p:spPr>
          <a:xfrm>
            <a:off x="3115604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0" name="Rectangle 1409"/>
          <p:cNvSpPr/>
          <p:nvPr userDrawn="1"/>
        </p:nvSpPr>
        <p:spPr>
          <a:xfrm>
            <a:off x="3428132" y="4570377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1" name="Oval 1410"/>
          <p:cNvSpPr/>
          <p:nvPr userDrawn="1"/>
        </p:nvSpPr>
        <p:spPr>
          <a:xfrm>
            <a:off x="3496508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2" name="Moon 1411"/>
          <p:cNvSpPr/>
          <p:nvPr userDrawn="1"/>
        </p:nvSpPr>
        <p:spPr>
          <a:xfrm>
            <a:off x="3496508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3" name="Rectangle 1412"/>
          <p:cNvSpPr/>
          <p:nvPr userDrawn="1"/>
        </p:nvSpPr>
        <p:spPr>
          <a:xfrm>
            <a:off x="3809035" y="457037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4" name="Oval 1413"/>
          <p:cNvSpPr/>
          <p:nvPr userDrawn="1"/>
        </p:nvSpPr>
        <p:spPr>
          <a:xfrm>
            <a:off x="3877411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5" name="Moon 1414"/>
          <p:cNvSpPr/>
          <p:nvPr userDrawn="1"/>
        </p:nvSpPr>
        <p:spPr>
          <a:xfrm>
            <a:off x="3877411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6" name="Rectangle 1415"/>
          <p:cNvSpPr/>
          <p:nvPr userDrawn="1"/>
        </p:nvSpPr>
        <p:spPr>
          <a:xfrm>
            <a:off x="4189939" y="457037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7" name="Oval 1416"/>
          <p:cNvSpPr/>
          <p:nvPr userDrawn="1"/>
        </p:nvSpPr>
        <p:spPr>
          <a:xfrm>
            <a:off x="4258315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8" name="Moon 1417"/>
          <p:cNvSpPr/>
          <p:nvPr userDrawn="1"/>
        </p:nvSpPr>
        <p:spPr>
          <a:xfrm>
            <a:off x="4258315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9" name="Rectangle 1418"/>
          <p:cNvSpPr/>
          <p:nvPr userDrawn="1"/>
        </p:nvSpPr>
        <p:spPr>
          <a:xfrm>
            <a:off x="4570842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20" name="Oval 1419"/>
          <p:cNvSpPr/>
          <p:nvPr userDrawn="1"/>
        </p:nvSpPr>
        <p:spPr>
          <a:xfrm>
            <a:off x="4639218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1" name="Moon 1420"/>
          <p:cNvSpPr/>
          <p:nvPr userDrawn="1"/>
        </p:nvSpPr>
        <p:spPr>
          <a:xfrm>
            <a:off x="4639218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2" name="Rectangle 1421"/>
          <p:cNvSpPr/>
          <p:nvPr userDrawn="1"/>
        </p:nvSpPr>
        <p:spPr>
          <a:xfrm>
            <a:off x="4951746" y="457037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3" name="Oval 1422"/>
          <p:cNvSpPr/>
          <p:nvPr userDrawn="1"/>
        </p:nvSpPr>
        <p:spPr>
          <a:xfrm>
            <a:off x="5020122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4" name="Moon 1423"/>
          <p:cNvSpPr/>
          <p:nvPr userDrawn="1"/>
        </p:nvSpPr>
        <p:spPr>
          <a:xfrm>
            <a:off x="5020122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5" name="Rectangle 1424"/>
          <p:cNvSpPr/>
          <p:nvPr userDrawn="1"/>
        </p:nvSpPr>
        <p:spPr>
          <a:xfrm>
            <a:off x="5332649" y="457037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6" name="Oval 1425"/>
          <p:cNvSpPr/>
          <p:nvPr userDrawn="1"/>
        </p:nvSpPr>
        <p:spPr>
          <a:xfrm>
            <a:off x="5401025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7" name="Moon 1426"/>
          <p:cNvSpPr/>
          <p:nvPr userDrawn="1"/>
        </p:nvSpPr>
        <p:spPr>
          <a:xfrm>
            <a:off x="5401025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8" name="Rectangle 1427"/>
          <p:cNvSpPr/>
          <p:nvPr userDrawn="1"/>
        </p:nvSpPr>
        <p:spPr>
          <a:xfrm>
            <a:off x="5713553" y="457037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9" name="Oval 1428"/>
          <p:cNvSpPr/>
          <p:nvPr userDrawn="1"/>
        </p:nvSpPr>
        <p:spPr>
          <a:xfrm>
            <a:off x="5781929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0" name="Moon 1429"/>
          <p:cNvSpPr/>
          <p:nvPr userDrawn="1"/>
        </p:nvSpPr>
        <p:spPr>
          <a:xfrm>
            <a:off x="5781929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1" name="Rectangle 1430"/>
          <p:cNvSpPr/>
          <p:nvPr userDrawn="1"/>
        </p:nvSpPr>
        <p:spPr>
          <a:xfrm>
            <a:off x="6094456" y="457037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2" name="Oval 1431"/>
          <p:cNvSpPr/>
          <p:nvPr userDrawn="1"/>
        </p:nvSpPr>
        <p:spPr>
          <a:xfrm>
            <a:off x="6162832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" name="Moon 1432"/>
          <p:cNvSpPr/>
          <p:nvPr userDrawn="1"/>
        </p:nvSpPr>
        <p:spPr>
          <a:xfrm>
            <a:off x="6162832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" name="Rectangle 1433"/>
          <p:cNvSpPr/>
          <p:nvPr userDrawn="1"/>
        </p:nvSpPr>
        <p:spPr>
          <a:xfrm>
            <a:off x="6475360" y="457037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5" name="Oval 1434"/>
          <p:cNvSpPr/>
          <p:nvPr userDrawn="1"/>
        </p:nvSpPr>
        <p:spPr>
          <a:xfrm>
            <a:off x="6543736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6" name="Moon 1435"/>
          <p:cNvSpPr/>
          <p:nvPr userDrawn="1"/>
        </p:nvSpPr>
        <p:spPr>
          <a:xfrm>
            <a:off x="6543736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7" name="Rectangle 1436"/>
          <p:cNvSpPr/>
          <p:nvPr userDrawn="1"/>
        </p:nvSpPr>
        <p:spPr>
          <a:xfrm>
            <a:off x="6856263" y="457037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8" name="Oval 1437"/>
          <p:cNvSpPr/>
          <p:nvPr userDrawn="1"/>
        </p:nvSpPr>
        <p:spPr>
          <a:xfrm>
            <a:off x="6924639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9" name="Moon 1438"/>
          <p:cNvSpPr/>
          <p:nvPr userDrawn="1"/>
        </p:nvSpPr>
        <p:spPr>
          <a:xfrm>
            <a:off x="6924639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0" name="Rectangle 1439"/>
          <p:cNvSpPr/>
          <p:nvPr userDrawn="1"/>
        </p:nvSpPr>
        <p:spPr>
          <a:xfrm>
            <a:off x="7237167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41" name="Oval 1440"/>
          <p:cNvSpPr/>
          <p:nvPr userDrawn="1"/>
        </p:nvSpPr>
        <p:spPr>
          <a:xfrm>
            <a:off x="7305543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2" name="Moon 1441"/>
          <p:cNvSpPr/>
          <p:nvPr userDrawn="1"/>
        </p:nvSpPr>
        <p:spPr>
          <a:xfrm>
            <a:off x="7305543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3" name="Rectangle 1442"/>
          <p:cNvSpPr/>
          <p:nvPr userDrawn="1"/>
        </p:nvSpPr>
        <p:spPr>
          <a:xfrm>
            <a:off x="7618070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44" name="Oval 1443"/>
          <p:cNvSpPr/>
          <p:nvPr userDrawn="1"/>
        </p:nvSpPr>
        <p:spPr>
          <a:xfrm>
            <a:off x="7686446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5" name="Moon 1444"/>
          <p:cNvSpPr/>
          <p:nvPr userDrawn="1"/>
        </p:nvSpPr>
        <p:spPr>
          <a:xfrm>
            <a:off x="7686446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6" name="Rectangle 1445"/>
          <p:cNvSpPr/>
          <p:nvPr userDrawn="1"/>
        </p:nvSpPr>
        <p:spPr>
          <a:xfrm>
            <a:off x="7998974" y="457037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7" name="Oval 1446"/>
          <p:cNvSpPr/>
          <p:nvPr userDrawn="1"/>
        </p:nvSpPr>
        <p:spPr>
          <a:xfrm>
            <a:off x="8067350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8" name="Moon 1447"/>
          <p:cNvSpPr/>
          <p:nvPr userDrawn="1"/>
        </p:nvSpPr>
        <p:spPr>
          <a:xfrm>
            <a:off x="8067350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9" name="Rectangle 1448"/>
          <p:cNvSpPr/>
          <p:nvPr userDrawn="1"/>
        </p:nvSpPr>
        <p:spPr>
          <a:xfrm>
            <a:off x="8379877" y="457037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0" name="Oval 1449"/>
          <p:cNvSpPr/>
          <p:nvPr userDrawn="1"/>
        </p:nvSpPr>
        <p:spPr>
          <a:xfrm>
            <a:off x="8448253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1" name="Moon 1450"/>
          <p:cNvSpPr/>
          <p:nvPr userDrawn="1"/>
        </p:nvSpPr>
        <p:spPr>
          <a:xfrm>
            <a:off x="8448253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" name="Rectangle 1451"/>
          <p:cNvSpPr/>
          <p:nvPr userDrawn="1"/>
        </p:nvSpPr>
        <p:spPr>
          <a:xfrm>
            <a:off x="8760781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53" name="Oval 1452"/>
          <p:cNvSpPr/>
          <p:nvPr userDrawn="1"/>
        </p:nvSpPr>
        <p:spPr>
          <a:xfrm>
            <a:off x="8829157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4" name="Moon 1453"/>
          <p:cNvSpPr/>
          <p:nvPr userDrawn="1"/>
        </p:nvSpPr>
        <p:spPr>
          <a:xfrm>
            <a:off x="8829157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5" name="Rectangle 1454"/>
          <p:cNvSpPr/>
          <p:nvPr userDrawn="1"/>
        </p:nvSpPr>
        <p:spPr>
          <a:xfrm>
            <a:off x="0" y="418951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6" name="Oval 1455"/>
          <p:cNvSpPr/>
          <p:nvPr userDrawn="1"/>
        </p:nvSpPr>
        <p:spPr>
          <a:xfrm>
            <a:off x="68376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7" name="Moon 1456"/>
          <p:cNvSpPr/>
          <p:nvPr userDrawn="1"/>
        </p:nvSpPr>
        <p:spPr>
          <a:xfrm>
            <a:off x="68376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8" name="Rectangle 1457"/>
          <p:cNvSpPr/>
          <p:nvPr userDrawn="1"/>
        </p:nvSpPr>
        <p:spPr>
          <a:xfrm>
            <a:off x="380904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9" name="Oval 1458"/>
          <p:cNvSpPr/>
          <p:nvPr userDrawn="1"/>
        </p:nvSpPr>
        <p:spPr>
          <a:xfrm>
            <a:off x="449280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0" name="Moon 1459"/>
          <p:cNvSpPr/>
          <p:nvPr userDrawn="1"/>
        </p:nvSpPr>
        <p:spPr>
          <a:xfrm>
            <a:off x="449280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1" name="Rectangle 1460"/>
          <p:cNvSpPr/>
          <p:nvPr userDrawn="1"/>
        </p:nvSpPr>
        <p:spPr>
          <a:xfrm>
            <a:off x="761807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2" name="Oval 1461"/>
          <p:cNvSpPr/>
          <p:nvPr userDrawn="1"/>
        </p:nvSpPr>
        <p:spPr>
          <a:xfrm>
            <a:off x="830183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3" name="Moon 1462"/>
          <p:cNvSpPr/>
          <p:nvPr userDrawn="1"/>
        </p:nvSpPr>
        <p:spPr>
          <a:xfrm>
            <a:off x="830183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4" name="Rectangle 1463"/>
          <p:cNvSpPr/>
          <p:nvPr userDrawn="1"/>
        </p:nvSpPr>
        <p:spPr>
          <a:xfrm>
            <a:off x="1142711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5" name="Oval 1464"/>
          <p:cNvSpPr/>
          <p:nvPr userDrawn="1"/>
        </p:nvSpPr>
        <p:spPr>
          <a:xfrm>
            <a:off x="1211087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6" name="Moon 1465"/>
          <p:cNvSpPr/>
          <p:nvPr userDrawn="1"/>
        </p:nvSpPr>
        <p:spPr>
          <a:xfrm>
            <a:off x="1211087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7" name="Rectangle 1466"/>
          <p:cNvSpPr/>
          <p:nvPr userDrawn="1"/>
        </p:nvSpPr>
        <p:spPr>
          <a:xfrm>
            <a:off x="1523614" y="418951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8" name="Oval 1467"/>
          <p:cNvSpPr/>
          <p:nvPr userDrawn="1"/>
        </p:nvSpPr>
        <p:spPr>
          <a:xfrm>
            <a:off x="1591990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9" name="Moon 1468"/>
          <p:cNvSpPr/>
          <p:nvPr userDrawn="1"/>
        </p:nvSpPr>
        <p:spPr>
          <a:xfrm>
            <a:off x="1591990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0" name="Rectangle 1469"/>
          <p:cNvSpPr/>
          <p:nvPr userDrawn="1"/>
        </p:nvSpPr>
        <p:spPr>
          <a:xfrm>
            <a:off x="1904518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1" name="Oval 1470"/>
          <p:cNvSpPr/>
          <p:nvPr userDrawn="1"/>
        </p:nvSpPr>
        <p:spPr>
          <a:xfrm>
            <a:off x="1972894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2" name="Moon 1471"/>
          <p:cNvSpPr/>
          <p:nvPr userDrawn="1"/>
        </p:nvSpPr>
        <p:spPr>
          <a:xfrm>
            <a:off x="1972894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3" name="Rectangle 1472"/>
          <p:cNvSpPr/>
          <p:nvPr userDrawn="1"/>
        </p:nvSpPr>
        <p:spPr>
          <a:xfrm>
            <a:off x="2285421" y="418951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4" name="Oval 1473"/>
          <p:cNvSpPr/>
          <p:nvPr userDrawn="1"/>
        </p:nvSpPr>
        <p:spPr>
          <a:xfrm>
            <a:off x="2353797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5" name="Moon 1474"/>
          <p:cNvSpPr/>
          <p:nvPr userDrawn="1"/>
        </p:nvSpPr>
        <p:spPr>
          <a:xfrm>
            <a:off x="2353797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6" name="Rectangle 1475"/>
          <p:cNvSpPr/>
          <p:nvPr userDrawn="1"/>
        </p:nvSpPr>
        <p:spPr>
          <a:xfrm>
            <a:off x="2666325" y="418951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7" name="Oval 1476"/>
          <p:cNvSpPr/>
          <p:nvPr userDrawn="1"/>
        </p:nvSpPr>
        <p:spPr>
          <a:xfrm>
            <a:off x="2734701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8" name="Moon 1477"/>
          <p:cNvSpPr/>
          <p:nvPr userDrawn="1"/>
        </p:nvSpPr>
        <p:spPr>
          <a:xfrm>
            <a:off x="2734701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9" name="Rectangle 1478"/>
          <p:cNvSpPr/>
          <p:nvPr userDrawn="1"/>
        </p:nvSpPr>
        <p:spPr>
          <a:xfrm>
            <a:off x="3047228" y="418951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0" name="Oval 1479"/>
          <p:cNvSpPr/>
          <p:nvPr userDrawn="1"/>
        </p:nvSpPr>
        <p:spPr>
          <a:xfrm>
            <a:off x="3115604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1" name="Moon 1480"/>
          <p:cNvSpPr/>
          <p:nvPr userDrawn="1"/>
        </p:nvSpPr>
        <p:spPr>
          <a:xfrm>
            <a:off x="3115604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2" name="Rectangle 1481"/>
          <p:cNvSpPr/>
          <p:nvPr userDrawn="1"/>
        </p:nvSpPr>
        <p:spPr>
          <a:xfrm>
            <a:off x="3428132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3" name="Oval 1482"/>
          <p:cNvSpPr/>
          <p:nvPr userDrawn="1"/>
        </p:nvSpPr>
        <p:spPr>
          <a:xfrm>
            <a:off x="3496508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4" name="Moon 1483"/>
          <p:cNvSpPr/>
          <p:nvPr userDrawn="1"/>
        </p:nvSpPr>
        <p:spPr>
          <a:xfrm>
            <a:off x="3496508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5" name="Rectangle 1484"/>
          <p:cNvSpPr/>
          <p:nvPr userDrawn="1"/>
        </p:nvSpPr>
        <p:spPr>
          <a:xfrm>
            <a:off x="3809035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6" name="Oval 1485"/>
          <p:cNvSpPr/>
          <p:nvPr userDrawn="1"/>
        </p:nvSpPr>
        <p:spPr>
          <a:xfrm>
            <a:off x="3877411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7" name="Moon 1486"/>
          <p:cNvSpPr/>
          <p:nvPr userDrawn="1"/>
        </p:nvSpPr>
        <p:spPr>
          <a:xfrm>
            <a:off x="3877411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8" name="Rectangle 1487"/>
          <p:cNvSpPr/>
          <p:nvPr userDrawn="1"/>
        </p:nvSpPr>
        <p:spPr>
          <a:xfrm>
            <a:off x="4189939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9" name="Oval 1488"/>
          <p:cNvSpPr/>
          <p:nvPr userDrawn="1"/>
        </p:nvSpPr>
        <p:spPr>
          <a:xfrm>
            <a:off x="4258315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0" name="Moon 1489"/>
          <p:cNvSpPr/>
          <p:nvPr userDrawn="1"/>
        </p:nvSpPr>
        <p:spPr>
          <a:xfrm>
            <a:off x="4258315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" name="Rectangle 1490"/>
          <p:cNvSpPr/>
          <p:nvPr userDrawn="1"/>
        </p:nvSpPr>
        <p:spPr>
          <a:xfrm>
            <a:off x="4570842" y="418951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" name="Oval 1491"/>
          <p:cNvSpPr/>
          <p:nvPr userDrawn="1"/>
        </p:nvSpPr>
        <p:spPr>
          <a:xfrm>
            <a:off x="4639218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3" name="Moon 1492"/>
          <p:cNvSpPr/>
          <p:nvPr userDrawn="1"/>
        </p:nvSpPr>
        <p:spPr>
          <a:xfrm>
            <a:off x="4639218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4" name="Rectangle 1493"/>
          <p:cNvSpPr/>
          <p:nvPr userDrawn="1"/>
        </p:nvSpPr>
        <p:spPr>
          <a:xfrm>
            <a:off x="4951746" y="418951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95" name="Oval 1494"/>
          <p:cNvSpPr/>
          <p:nvPr userDrawn="1"/>
        </p:nvSpPr>
        <p:spPr>
          <a:xfrm>
            <a:off x="5020122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6" name="Moon 1495"/>
          <p:cNvSpPr/>
          <p:nvPr userDrawn="1"/>
        </p:nvSpPr>
        <p:spPr>
          <a:xfrm>
            <a:off x="5020122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7" name="Rectangle 1496"/>
          <p:cNvSpPr/>
          <p:nvPr userDrawn="1"/>
        </p:nvSpPr>
        <p:spPr>
          <a:xfrm>
            <a:off x="5332649" y="418951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98" name="Oval 1497"/>
          <p:cNvSpPr/>
          <p:nvPr userDrawn="1"/>
        </p:nvSpPr>
        <p:spPr>
          <a:xfrm>
            <a:off x="5401025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9" name="Moon 1498"/>
          <p:cNvSpPr/>
          <p:nvPr userDrawn="1"/>
        </p:nvSpPr>
        <p:spPr>
          <a:xfrm>
            <a:off x="5401025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0" name="Rectangle 1499"/>
          <p:cNvSpPr/>
          <p:nvPr userDrawn="1"/>
        </p:nvSpPr>
        <p:spPr>
          <a:xfrm>
            <a:off x="5713553" y="418951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1" name="Oval 1500"/>
          <p:cNvSpPr/>
          <p:nvPr userDrawn="1"/>
        </p:nvSpPr>
        <p:spPr>
          <a:xfrm>
            <a:off x="5781929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2" name="Moon 1501"/>
          <p:cNvSpPr/>
          <p:nvPr userDrawn="1"/>
        </p:nvSpPr>
        <p:spPr>
          <a:xfrm>
            <a:off x="5781929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3" name="Rectangle 1502"/>
          <p:cNvSpPr/>
          <p:nvPr userDrawn="1"/>
        </p:nvSpPr>
        <p:spPr>
          <a:xfrm>
            <a:off x="6094456" y="418951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4" name="Oval 1503"/>
          <p:cNvSpPr/>
          <p:nvPr userDrawn="1"/>
        </p:nvSpPr>
        <p:spPr>
          <a:xfrm>
            <a:off x="6162832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7" name="Moon 1546"/>
          <p:cNvSpPr/>
          <p:nvPr userDrawn="1"/>
        </p:nvSpPr>
        <p:spPr>
          <a:xfrm>
            <a:off x="6162832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8" name="Rectangle 1547"/>
          <p:cNvSpPr/>
          <p:nvPr userDrawn="1"/>
        </p:nvSpPr>
        <p:spPr>
          <a:xfrm>
            <a:off x="6475360" y="418951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9" name="Oval 1548"/>
          <p:cNvSpPr/>
          <p:nvPr userDrawn="1"/>
        </p:nvSpPr>
        <p:spPr>
          <a:xfrm>
            <a:off x="6543736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0" name="Moon 1549"/>
          <p:cNvSpPr/>
          <p:nvPr userDrawn="1"/>
        </p:nvSpPr>
        <p:spPr>
          <a:xfrm>
            <a:off x="6543736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1" name="Rectangle 1550"/>
          <p:cNvSpPr/>
          <p:nvPr userDrawn="1"/>
        </p:nvSpPr>
        <p:spPr>
          <a:xfrm>
            <a:off x="6856263" y="418951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2" name="Oval 1551"/>
          <p:cNvSpPr/>
          <p:nvPr userDrawn="1"/>
        </p:nvSpPr>
        <p:spPr>
          <a:xfrm>
            <a:off x="6924639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3" name="Moon 1552"/>
          <p:cNvSpPr/>
          <p:nvPr userDrawn="1"/>
        </p:nvSpPr>
        <p:spPr>
          <a:xfrm>
            <a:off x="6924639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4" name="Rectangle 1553"/>
          <p:cNvSpPr/>
          <p:nvPr userDrawn="1"/>
        </p:nvSpPr>
        <p:spPr>
          <a:xfrm>
            <a:off x="7237167" y="418951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55" name="Oval 1554"/>
          <p:cNvSpPr/>
          <p:nvPr userDrawn="1"/>
        </p:nvSpPr>
        <p:spPr>
          <a:xfrm>
            <a:off x="7305543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6" name="Moon 1555"/>
          <p:cNvSpPr/>
          <p:nvPr userDrawn="1"/>
        </p:nvSpPr>
        <p:spPr>
          <a:xfrm>
            <a:off x="7305543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7" name="Rectangle 1556"/>
          <p:cNvSpPr/>
          <p:nvPr userDrawn="1"/>
        </p:nvSpPr>
        <p:spPr>
          <a:xfrm>
            <a:off x="7618070" y="418951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58" name="Oval 1557"/>
          <p:cNvSpPr/>
          <p:nvPr userDrawn="1"/>
        </p:nvSpPr>
        <p:spPr>
          <a:xfrm>
            <a:off x="7686446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9" name="Moon 1558"/>
          <p:cNvSpPr/>
          <p:nvPr userDrawn="1"/>
        </p:nvSpPr>
        <p:spPr>
          <a:xfrm>
            <a:off x="7686446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0" name="Rectangle 1559"/>
          <p:cNvSpPr/>
          <p:nvPr userDrawn="1"/>
        </p:nvSpPr>
        <p:spPr>
          <a:xfrm>
            <a:off x="7998974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1" name="Oval 1560"/>
          <p:cNvSpPr/>
          <p:nvPr userDrawn="1"/>
        </p:nvSpPr>
        <p:spPr>
          <a:xfrm>
            <a:off x="8067350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2" name="Moon 1561"/>
          <p:cNvSpPr/>
          <p:nvPr userDrawn="1"/>
        </p:nvSpPr>
        <p:spPr>
          <a:xfrm>
            <a:off x="8067350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3" name="Rectangle 1562"/>
          <p:cNvSpPr/>
          <p:nvPr userDrawn="1"/>
        </p:nvSpPr>
        <p:spPr>
          <a:xfrm>
            <a:off x="8379877" y="418951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4" name="Oval 1563"/>
          <p:cNvSpPr/>
          <p:nvPr userDrawn="1"/>
        </p:nvSpPr>
        <p:spPr>
          <a:xfrm>
            <a:off x="8448253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5" name="Moon 1564"/>
          <p:cNvSpPr/>
          <p:nvPr userDrawn="1"/>
        </p:nvSpPr>
        <p:spPr>
          <a:xfrm>
            <a:off x="8448253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6" name="Rectangle 1565"/>
          <p:cNvSpPr/>
          <p:nvPr userDrawn="1"/>
        </p:nvSpPr>
        <p:spPr>
          <a:xfrm>
            <a:off x="8760781" y="418951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7" name="Oval 1566"/>
          <p:cNvSpPr/>
          <p:nvPr userDrawn="1"/>
        </p:nvSpPr>
        <p:spPr>
          <a:xfrm>
            <a:off x="8829157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8" name="Moon 1567"/>
          <p:cNvSpPr/>
          <p:nvPr userDrawn="1"/>
        </p:nvSpPr>
        <p:spPr>
          <a:xfrm>
            <a:off x="8829157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9" name="Rectangle 1568"/>
          <p:cNvSpPr/>
          <p:nvPr userDrawn="1"/>
        </p:nvSpPr>
        <p:spPr>
          <a:xfrm>
            <a:off x="0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70" name="Oval 1569"/>
          <p:cNvSpPr/>
          <p:nvPr userDrawn="1"/>
        </p:nvSpPr>
        <p:spPr>
          <a:xfrm>
            <a:off x="68376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1" name="Moon 1570"/>
          <p:cNvSpPr/>
          <p:nvPr userDrawn="1"/>
        </p:nvSpPr>
        <p:spPr>
          <a:xfrm>
            <a:off x="68376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2" name="Rectangle 1571"/>
          <p:cNvSpPr/>
          <p:nvPr userDrawn="1"/>
        </p:nvSpPr>
        <p:spPr>
          <a:xfrm>
            <a:off x="380904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73" name="Oval 1572"/>
          <p:cNvSpPr/>
          <p:nvPr userDrawn="1"/>
        </p:nvSpPr>
        <p:spPr>
          <a:xfrm>
            <a:off x="449280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4" name="Moon 1573"/>
          <p:cNvSpPr/>
          <p:nvPr userDrawn="1"/>
        </p:nvSpPr>
        <p:spPr>
          <a:xfrm>
            <a:off x="449280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5" name="Rectangle 1574"/>
          <p:cNvSpPr/>
          <p:nvPr userDrawn="1"/>
        </p:nvSpPr>
        <p:spPr>
          <a:xfrm>
            <a:off x="761807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76" name="Oval 1575"/>
          <p:cNvSpPr/>
          <p:nvPr userDrawn="1"/>
        </p:nvSpPr>
        <p:spPr>
          <a:xfrm>
            <a:off x="830183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7" name="Moon 1576"/>
          <p:cNvSpPr/>
          <p:nvPr userDrawn="1"/>
        </p:nvSpPr>
        <p:spPr>
          <a:xfrm>
            <a:off x="830183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8" name="Rectangle 1577"/>
          <p:cNvSpPr/>
          <p:nvPr userDrawn="1"/>
        </p:nvSpPr>
        <p:spPr>
          <a:xfrm>
            <a:off x="1142711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79" name="Oval 1578"/>
          <p:cNvSpPr/>
          <p:nvPr userDrawn="1"/>
        </p:nvSpPr>
        <p:spPr>
          <a:xfrm>
            <a:off x="1211087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0" name="Moon 1579"/>
          <p:cNvSpPr/>
          <p:nvPr userDrawn="1"/>
        </p:nvSpPr>
        <p:spPr>
          <a:xfrm>
            <a:off x="1211087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1" name="Rectangle 1580"/>
          <p:cNvSpPr/>
          <p:nvPr userDrawn="1"/>
        </p:nvSpPr>
        <p:spPr>
          <a:xfrm>
            <a:off x="1523614" y="3808648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2" name="Oval 1581"/>
          <p:cNvSpPr/>
          <p:nvPr userDrawn="1"/>
        </p:nvSpPr>
        <p:spPr>
          <a:xfrm>
            <a:off x="1591990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3" name="Moon 1582"/>
          <p:cNvSpPr/>
          <p:nvPr userDrawn="1"/>
        </p:nvSpPr>
        <p:spPr>
          <a:xfrm>
            <a:off x="1591990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4" name="Rectangle 1583"/>
          <p:cNvSpPr/>
          <p:nvPr userDrawn="1"/>
        </p:nvSpPr>
        <p:spPr>
          <a:xfrm>
            <a:off x="1904518" y="380864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5" name="Oval 1584"/>
          <p:cNvSpPr/>
          <p:nvPr userDrawn="1"/>
        </p:nvSpPr>
        <p:spPr>
          <a:xfrm>
            <a:off x="1972894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6" name="Moon 1585"/>
          <p:cNvSpPr/>
          <p:nvPr userDrawn="1"/>
        </p:nvSpPr>
        <p:spPr>
          <a:xfrm>
            <a:off x="1972894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7" name="Rectangle 1586"/>
          <p:cNvSpPr/>
          <p:nvPr userDrawn="1"/>
        </p:nvSpPr>
        <p:spPr>
          <a:xfrm>
            <a:off x="2285421" y="3808648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8" name="Oval 1587"/>
          <p:cNvSpPr/>
          <p:nvPr userDrawn="1"/>
        </p:nvSpPr>
        <p:spPr>
          <a:xfrm>
            <a:off x="2353797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9" name="Moon 1588"/>
          <p:cNvSpPr/>
          <p:nvPr userDrawn="1"/>
        </p:nvSpPr>
        <p:spPr>
          <a:xfrm>
            <a:off x="2353797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0" name="Rectangle 1589"/>
          <p:cNvSpPr/>
          <p:nvPr userDrawn="1"/>
        </p:nvSpPr>
        <p:spPr>
          <a:xfrm>
            <a:off x="2666325" y="3808648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1" name="Oval 1590"/>
          <p:cNvSpPr/>
          <p:nvPr userDrawn="1"/>
        </p:nvSpPr>
        <p:spPr>
          <a:xfrm>
            <a:off x="2734701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2" name="Moon 1591"/>
          <p:cNvSpPr/>
          <p:nvPr userDrawn="1"/>
        </p:nvSpPr>
        <p:spPr>
          <a:xfrm>
            <a:off x="2734701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3" name="Rectangle 1592"/>
          <p:cNvSpPr/>
          <p:nvPr userDrawn="1"/>
        </p:nvSpPr>
        <p:spPr>
          <a:xfrm>
            <a:off x="3047228" y="3808648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4" name="Oval 1593"/>
          <p:cNvSpPr/>
          <p:nvPr userDrawn="1"/>
        </p:nvSpPr>
        <p:spPr>
          <a:xfrm>
            <a:off x="3115604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5" name="Moon 1594"/>
          <p:cNvSpPr/>
          <p:nvPr userDrawn="1"/>
        </p:nvSpPr>
        <p:spPr>
          <a:xfrm>
            <a:off x="3115604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4" name="Rectangle 1613"/>
          <p:cNvSpPr/>
          <p:nvPr userDrawn="1"/>
        </p:nvSpPr>
        <p:spPr>
          <a:xfrm>
            <a:off x="5713553" y="380864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5" name="Oval 1614"/>
          <p:cNvSpPr/>
          <p:nvPr userDrawn="1"/>
        </p:nvSpPr>
        <p:spPr>
          <a:xfrm>
            <a:off x="5781929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6" name="Moon 1615"/>
          <p:cNvSpPr/>
          <p:nvPr userDrawn="1"/>
        </p:nvSpPr>
        <p:spPr>
          <a:xfrm>
            <a:off x="5781929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7" name="Rectangle 1616"/>
          <p:cNvSpPr/>
          <p:nvPr userDrawn="1"/>
        </p:nvSpPr>
        <p:spPr>
          <a:xfrm>
            <a:off x="6094456" y="380864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8" name="Oval 1617"/>
          <p:cNvSpPr/>
          <p:nvPr userDrawn="1"/>
        </p:nvSpPr>
        <p:spPr>
          <a:xfrm>
            <a:off x="6162832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9" name="Moon 1618"/>
          <p:cNvSpPr/>
          <p:nvPr userDrawn="1"/>
        </p:nvSpPr>
        <p:spPr>
          <a:xfrm>
            <a:off x="6162832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0" name="Rectangle 1619"/>
          <p:cNvSpPr/>
          <p:nvPr userDrawn="1"/>
        </p:nvSpPr>
        <p:spPr>
          <a:xfrm>
            <a:off x="6475360" y="3808648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1" name="Oval 1620"/>
          <p:cNvSpPr/>
          <p:nvPr userDrawn="1"/>
        </p:nvSpPr>
        <p:spPr>
          <a:xfrm>
            <a:off x="6543736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2" name="Moon 1621"/>
          <p:cNvSpPr/>
          <p:nvPr userDrawn="1"/>
        </p:nvSpPr>
        <p:spPr>
          <a:xfrm>
            <a:off x="6543736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3" name="Rectangle 1622"/>
          <p:cNvSpPr/>
          <p:nvPr userDrawn="1"/>
        </p:nvSpPr>
        <p:spPr>
          <a:xfrm>
            <a:off x="6856263" y="3808648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4" name="Oval 1623"/>
          <p:cNvSpPr/>
          <p:nvPr userDrawn="1"/>
        </p:nvSpPr>
        <p:spPr>
          <a:xfrm>
            <a:off x="6924639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5" name="Moon 1624"/>
          <p:cNvSpPr/>
          <p:nvPr userDrawn="1"/>
        </p:nvSpPr>
        <p:spPr>
          <a:xfrm>
            <a:off x="6924639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6" name="Rectangle 1625"/>
          <p:cNvSpPr/>
          <p:nvPr userDrawn="1"/>
        </p:nvSpPr>
        <p:spPr>
          <a:xfrm>
            <a:off x="7237167" y="3808648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7" name="Oval 1626"/>
          <p:cNvSpPr/>
          <p:nvPr userDrawn="1"/>
        </p:nvSpPr>
        <p:spPr>
          <a:xfrm>
            <a:off x="7305543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8" name="Moon 1627"/>
          <p:cNvSpPr/>
          <p:nvPr userDrawn="1"/>
        </p:nvSpPr>
        <p:spPr>
          <a:xfrm>
            <a:off x="7305543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9" name="Rectangle 1628"/>
          <p:cNvSpPr/>
          <p:nvPr userDrawn="1"/>
        </p:nvSpPr>
        <p:spPr>
          <a:xfrm>
            <a:off x="7618070" y="380864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0" name="Oval 1629"/>
          <p:cNvSpPr/>
          <p:nvPr userDrawn="1"/>
        </p:nvSpPr>
        <p:spPr>
          <a:xfrm>
            <a:off x="7686446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1" name="Moon 1630"/>
          <p:cNvSpPr/>
          <p:nvPr userDrawn="1"/>
        </p:nvSpPr>
        <p:spPr>
          <a:xfrm>
            <a:off x="7686446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2" name="Rectangle 1631"/>
          <p:cNvSpPr/>
          <p:nvPr userDrawn="1"/>
        </p:nvSpPr>
        <p:spPr>
          <a:xfrm>
            <a:off x="7998974" y="380864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3" name="Oval 1632"/>
          <p:cNvSpPr/>
          <p:nvPr userDrawn="1"/>
        </p:nvSpPr>
        <p:spPr>
          <a:xfrm>
            <a:off x="8067350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4" name="Moon 1633"/>
          <p:cNvSpPr/>
          <p:nvPr userDrawn="1"/>
        </p:nvSpPr>
        <p:spPr>
          <a:xfrm>
            <a:off x="8067350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5" name="Rectangle 1634"/>
          <p:cNvSpPr/>
          <p:nvPr userDrawn="1"/>
        </p:nvSpPr>
        <p:spPr>
          <a:xfrm>
            <a:off x="8379877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36" name="Oval 1635"/>
          <p:cNvSpPr/>
          <p:nvPr userDrawn="1"/>
        </p:nvSpPr>
        <p:spPr>
          <a:xfrm>
            <a:off x="8448253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7" name="Moon 1636"/>
          <p:cNvSpPr/>
          <p:nvPr userDrawn="1"/>
        </p:nvSpPr>
        <p:spPr>
          <a:xfrm>
            <a:off x="8448253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" name="Rectangle 1637"/>
          <p:cNvSpPr/>
          <p:nvPr userDrawn="1"/>
        </p:nvSpPr>
        <p:spPr>
          <a:xfrm>
            <a:off x="8760781" y="3808648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" name="Oval 1638"/>
          <p:cNvSpPr/>
          <p:nvPr userDrawn="1"/>
        </p:nvSpPr>
        <p:spPr>
          <a:xfrm>
            <a:off x="8829157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0" name="Moon 1639"/>
          <p:cNvSpPr/>
          <p:nvPr userDrawn="1"/>
        </p:nvSpPr>
        <p:spPr>
          <a:xfrm>
            <a:off x="8829157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1" name="Rectangle 1640"/>
          <p:cNvSpPr/>
          <p:nvPr userDrawn="1"/>
        </p:nvSpPr>
        <p:spPr>
          <a:xfrm>
            <a:off x="0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2" name="Oval 1641"/>
          <p:cNvSpPr/>
          <p:nvPr userDrawn="1"/>
        </p:nvSpPr>
        <p:spPr>
          <a:xfrm>
            <a:off x="68376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3" name="Moon 1642"/>
          <p:cNvSpPr/>
          <p:nvPr userDrawn="1"/>
        </p:nvSpPr>
        <p:spPr>
          <a:xfrm>
            <a:off x="68376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4" name="Rectangle 1643"/>
          <p:cNvSpPr/>
          <p:nvPr userDrawn="1"/>
        </p:nvSpPr>
        <p:spPr>
          <a:xfrm>
            <a:off x="380904" y="342778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5" name="Oval 1644"/>
          <p:cNvSpPr/>
          <p:nvPr userDrawn="1"/>
        </p:nvSpPr>
        <p:spPr>
          <a:xfrm>
            <a:off x="449280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6" name="Moon 1645"/>
          <p:cNvSpPr/>
          <p:nvPr userDrawn="1"/>
        </p:nvSpPr>
        <p:spPr>
          <a:xfrm>
            <a:off x="449280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7" name="Rectangle 1646"/>
          <p:cNvSpPr/>
          <p:nvPr userDrawn="1"/>
        </p:nvSpPr>
        <p:spPr>
          <a:xfrm>
            <a:off x="761807" y="342778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8" name="Oval 1647"/>
          <p:cNvSpPr/>
          <p:nvPr userDrawn="1"/>
        </p:nvSpPr>
        <p:spPr>
          <a:xfrm>
            <a:off x="830183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9" name="Moon 1648"/>
          <p:cNvSpPr/>
          <p:nvPr userDrawn="1"/>
        </p:nvSpPr>
        <p:spPr>
          <a:xfrm>
            <a:off x="830183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0" name="Rectangle 1649"/>
          <p:cNvSpPr/>
          <p:nvPr userDrawn="1"/>
        </p:nvSpPr>
        <p:spPr>
          <a:xfrm>
            <a:off x="1142711" y="342778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1" name="Oval 1650"/>
          <p:cNvSpPr/>
          <p:nvPr userDrawn="1"/>
        </p:nvSpPr>
        <p:spPr>
          <a:xfrm>
            <a:off x="1211087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2" name="Moon 1651"/>
          <p:cNvSpPr/>
          <p:nvPr userDrawn="1"/>
        </p:nvSpPr>
        <p:spPr>
          <a:xfrm>
            <a:off x="1211087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3" name="Rectangle 1652"/>
          <p:cNvSpPr/>
          <p:nvPr userDrawn="1"/>
        </p:nvSpPr>
        <p:spPr>
          <a:xfrm>
            <a:off x="1523614" y="342778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4" name="Oval 1653"/>
          <p:cNvSpPr/>
          <p:nvPr userDrawn="1"/>
        </p:nvSpPr>
        <p:spPr>
          <a:xfrm>
            <a:off x="1591990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5" name="Moon 1654"/>
          <p:cNvSpPr/>
          <p:nvPr userDrawn="1"/>
        </p:nvSpPr>
        <p:spPr>
          <a:xfrm>
            <a:off x="1591990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6" name="Rectangle 1655"/>
          <p:cNvSpPr/>
          <p:nvPr userDrawn="1"/>
        </p:nvSpPr>
        <p:spPr>
          <a:xfrm>
            <a:off x="1904518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7" name="Oval 1656"/>
          <p:cNvSpPr/>
          <p:nvPr userDrawn="1"/>
        </p:nvSpPr>
        <p:spPr>
          <a:xfrm>
            <a:off x="1972894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8" name="Moon 1657"/>
          <p:cNvSpPr/>
          <p:nvPr userDrawn="1"/>
        </p:nvSpPr>
        <p:spPr>
          <a:xfrm>
            <a:off x="1972894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9" name="Rectangle 1658"/>
          <p:cNvSpPr/>
          <p:nvPr userDrawn="1"/>
        </p:nvSpPr>
        <p:spPr>
          <a:xfrm>
            <a:off x="2285421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0" name="Oval 1659"/>
          <p:cNvSpPr/>
          <p:nvPr userDrawn="1"/>
        </p:nvSpPr>
        <p:spPr>
          <a:xfrm>
            <a:off x="2353797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1" name="Moon 1660"/>
          <p:cNvSpPr/>
          <p:nvPr userDrawn="1"/>
        </p:nvSpPr>
        <p:spPr>
          <a:xfrm>
            <a:off x="2353797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2" name="Rectangle 1661"/>
          <p:cNvSpPr/>
          <p:nvPr userDrawn="1"/>
        </p:nvSpPr>
        <p:spPr>
          <a:xfrm>
            <a:off x="2666325" y="342778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3" name="Oval 1662"/>
          <p:cNvSpPr/>
          <p:nvPr userDrawn="1"/>
        </p:nvSpPr>
        <p:spPr>
          <a:xfrm>
            <a:off x="2734701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4" name="Moon 1663"/>
          <p:cNvSpPr/>
          <p:nvPr userDrawn="1"/>
        </p:nvSpPr>
        <p:spPr>
          <a:xfrm>
            <a:off x="2734701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9" name="Rectangle 1688"/>
          <p:cNvSpPr/>
          <p:nvPr userDrawn="1"/>
        </p:nvSpPr>
        <p:spPr>
          <a:xfrm>
            <a:off x="6094456" y="342778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0" name="Oval 1689"/>
          <p:cNvSpPr/>
          <p:nvPr userDrawn="1"/>
        </p:nvSpPr>
        <p:spPr>
          <a:xfrm>
            <a:off x="6162832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1" name="Moon 1690"/>
          <p:cNvSpPr/>
          <p:nvPr userDrawn="1"/>
        </p:nvSpPr>
        <p:spPr>
          <a:xfrm>
            <a:off x="6162832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2" name="Rectangle 1691"/>
          <p:cNvSpPr/>
          <p:nvPr userDrawn="1"/>
        </p:nvSpPr>
        <p:spPr>
          <a:xfrm>
            <a:off x="6475360" y="342778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3" name="Oval 1692"/>
          <p:cNvSpPr/>
          <p:nvPr userDrawn="1"/>
        </p:nvSpPr>
        <p:spPr>
          <a:xfrm>
            <a:off x="6543736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4" name="Moon 1693"/>
          <p:cNvSpPr/>
          <p:nvPr userDrawn="1"/>
        </p:nvSpPr>
        <p:spPr>
          <a:xfrm>
            <a:off x="6543736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5" name="Rectangle 1694"/>
          <p:cNvSpPr/>
          <p:nvPr userDrawn="1"/>
        </p:nvSpPr>
        <p:spPr>
          <a:xfrm>
            <a:off x="6856263" y="342778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6" name="Oval 1695"/>
          <p:cNvSpPr/>
          <p:nvPr userDrawn="1"/>
        </p:nvSpPr>
        <p:spPr>
          <a:xfrm>
            <a:off x="6924639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7" name="Moon 1696"/>
          <p:cNvSpPr/>
          <p:nvPr userDrawn="1"/>
        </p:nvSpPr>
        <p:spPr>
          <a:xfrm>
            <a:off x="6924639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8" name="Rectangle 1697"/>
          <p:cNvSpPr/>
          <p:nvPr userDrawn="1"/>
        </p:nvSpPr>
        <p:spPr>
          <a:xfrm>
            <a:off x="7237167" y="3427783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9" name="Oval 1698"/>
          <p:cNvSpPr/>
          <p:nvPr userDrawn="1"/>
        </p:nvSpPr>
        <p:spPr>
          <a:xfrm>
            <a:off x="7305543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0" name="Moon 1699"/>
          <p:cNvSpPr/>
          <p:nvPr userDrawn="1"/>
        </p:nvSpPr>
        <p:spPr>
          <a:xfrm>
            <a:off x="7305543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1" name="Rectangle 1700"/>
          <p:cNvSpPr/>
          <p:nvPr userDrawn="1"/>
        </p:nvSpPr>
        <p:spPr>
          <a:xfrm>
            <a:off x="7618070" y="342778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2" name="Oval 1701"/>
          <p:cNvSpPr/>
          <p:nvPr userDrawn="1"/>
        </p:nvSpPr>
        <p:spPr>
          <a:xfrm>
            <a:off x="7686446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3" name="Moon 1702"/>
          <p:cNvSpPr/>
          <p:nvPr userDrawn="1"/>
        </p:nvSpPr>
        <p:spPr>
          <a:xfrm>
            <a:off x="7686446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4" name="Rectangle 1703"/>
          <p:cNvSpPr/>
          <p:nvPr userDrawn="1"/>
        </p:nvSpPr>
        <p:spPr>
          <a:xfrm>
            <a:off x="7998974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5" name="Oval 1704"/>
          <p:cNvSpPr/>
          <p:nvPr userDrawn="1"/>
        </p:nvSpPr>
        <p:spPr>
          <a:xfrm>
            <a:off x="8067350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6" name="Moon 1705"/>
          <p:cNvSpPr/>
          <p:nvPr userDrawn="1"/>
        </p:nvSpPr>
        <p:spPr>
          <a:xfrm>
            <a:off x="8067350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7" name="Rectangle 1706"/>
          <p:cNvSpPr/>
          <p:nvPr userDrawn="1"/>
        </p:nvSpPr>
        <p:spPr>
          <a:xfrm>
            <a:off x="8379877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8" name="Oval 1707"/>
          <p:cNvSpPr/>
          <p:nvPr userDrawn="1"/>
        </p:nvSpPr>
        <p:spPr>
          <a:xfrm>
            <a:off x="8448253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9" name="Moon 1708"/>
          <p:cNvSpPr/>
          <p:nvPr userDrawn="1"/>
        </p:nvSpPr>
        <p:spPr>
          <a:xfrm>
            <a:off x="8448253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0" name="Rectangle 1709"/>
          <p:cNvSpPr/>
          <p:nvPr userDrawn="1"/>
        </p:nvSpPr>
        <p:spPr>
          <a:xfrm>
            <a:off x="8760781" y="342778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1" name="Oval 1710"/>
          <p:cNvSpPr/>
          <p:nvPr userDrawn="1"/>
        </p:nvSpPr>
        <p:spPr>
          <a:xfrm>
            <a:off x="8829157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2" name="Moon 1711"/>
          <p:cNvSpPr/>
          <p:nvPr userDrawn="1"/>
        </p:nvSpPr>
        <p:spPr>
          <a:xfrm>
            <a:off x="8829157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3" name="Rectangle 1712"/>
          <p:cNvSpPr/>
          <p:nvPr userDrawn="1"/>
        </p:nvSpPr>
        <p:spPr>
          <a:xfrm>
            <a:off x="0" y="304691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4" name="Oval 1713"/>
          <p:cNvSpPr/>
          <p:nvPr userDrawn="1"/>
        </p:nvSpPr>
        <p:spPr>
          <a:xfrm>
            <a:off x="68376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5" name="Moon 1714"/>
          <p:cNvSpPr/>
          <p:nvPr userDrawn="1"/>
        </p:nvSpPr>
        <p:spPr>
          <a:xfrm>
            <a:off x="68376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6" name="Rectangle 1715"/>
          <p:cNvSpPr/>
          <p:nvPr userDrawn="1"/>
        </p:nvSpPr>
        <p:spPr>
          <a:xfrm>
            <a:off x="380904" y="3046918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7" name="Oval 1716"/>
          <p:cNvSpPr/>
          <p:nvPr userDrawn="1"/>
        </p:nvSpPr>
        <p:spPr>
          <a:xfrm>
            <a:off x="449280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8" name="Moon 1717"/>
          <p:cNvSpPr/>
          <p:nvPr userDrawn="1"/>
        </p:nvSpPr>
        <p:spPr>
          <a:xfrm>
            <a:off x="449280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9" name="Rectangle 1718"/>
          <p:cNvSpPr/>
          <p:nvPr userDrawn="1"/>
        </p:nvSpPr>
        <p:spPr>
          <a:xfrm>
            <a:off x="761807" y="3046918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0" name="Oval 1719"/>
          <p:cNvSpPr/>
          <p:nvPr userDrawn="1"/>
        </p:nvSpPr>
        <p:spPr>
          <a:xfrm>
            <a:off x="830183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1" name="Moon 1720"/>
          <p:cNvSpPr/>
          <p:nvPr userDrawn="1"/>
        </p:nvSpPr>
        <p:spPr>
          <a:xfrm>
            <a:off x="830183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2" name="Rectangle 1721"/>
          <p:cNvSpPr/>
          <p:nvPr userDrawn="1"/>
        </p:nvSpPr>
        <p:spPr>
          <a:xfrm>
            <a:off x="1142711" y="3046918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3" name="Oval 1722"/>
          <p:cNvSpPr/>
          <p:nvPr userDrawn="1"/>
        </p:nvSpPr>
        <p:spPr>
          <a:xfrm>
            <a:off x="1211087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4" name="Moon 1723"/>
          <p:cNvSpPr/>
          <p:nvPr userDrawn="1"/>
        </p:nvSpPr>
        <p:spPr>
          <a:xfrm>
            <a:off x="1211087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5" name="Rectangle 1724"/>
          <p:cNvSpPr/>
          <p:nvPr userDrawn="1"/>
        </p:nvSpPr>
        <p:spPr>
          <a:xfrm>
            <a:off x="1523614" y="3046918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6" name="Oval 1725"/>
          <p:cNvSpPr/>
          <p:nvPr userDrawn="1"/>
        </p:nvSpPr>
        <p:spPr>
          <a:xfrm>
            <a:off x="1591990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7" name="Moon 1726"/>
          <p:cNvSpPr/>
          <p:nvPr userDrawn="1"/>
        </p:nvSpPr>
        <p:spPr>
          <a:xfrm>
            <a:off x="1591990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8" name="Rectangle 1727"/>
          <p:cNvSpPr/>
          <p:nvPr userDrawn="1"/>
        </p:nvSpPr>
        <p:spPr>
          <a:xfrm>
            <a:off x="1904518" y="304691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9" name="Oval 1728"/>
          <p:cNvSpPr/>
          <p:nvPr userDrawn="1"/>
        </p:nvSpPr>
        <p:spPr>
          <a:xfrm>
            <a:off x="1972894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0" name="Moon 1729"/>
          <p:cNvSpPr/>
          <p:nvPr userDrawn="1"/>
        </p:nvSpPr>
        <p:spPr>
          <a:xfrm>
            <a:off x="1972894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0" name="Rectangle 1769"/>
          <p:cNvSpPr/>
          <p:nvPr userDrawn="1"/>
        </p:nvSpPr>
        <p:spPr>
          <a:xfrm>
            <a:off x="6856263" y="304691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1" name="Oval 1770"/>
          <p:cNvSpPr/>
          <p:nvPr userDrawn="1"/>
        </p:nvSpPr>
        <p:spPr>
          <a:xfrm>
            <a:off x="6924639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2" name="Moon 1771"/>
          <p:cNvSpPr/>
          <p:nvPr userDrawn="1"/>
        </p:nvSpPr>
        <p:spPr>
          <a:xfrm>
            <a:off x="6924639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3" name="Rectangle 1772"/>
          <p:cNvSpPr/>
          <p:nvPr userDrawn="1"/>
        </p:nvSpPr>
        <p:spPr>
          <a:xfrm>
            <a:off x="7237167" y="304691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4" name="Oval 1773"/>
          <p:cNvSpPr/>
          <p:nvPr userDrawn="1"/>
        </p:nvSpPr>
        <p:spPr>
          <a:xfrm>
            <a:off x="7305543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5" name="Moon 1774"/>
          <p:cNvSpPr/>
          <p:nvPr userDrawn="1"/>
        </p:nvSpPr>
        <p:spPr>
          <a:xfrm>
            <a:off x="7305543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6" name="Rectangle 1775"/>
          <p:cNvSpPr/>
          <p:nvPr userDrawn="1"/>
        </p:nvSpPr>
        <p:spPr>
          <a:xfrm>
            <a:off x="7618070" y="3046918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7" name="Oval 1776"/>
          <p:cNvSpPr/>
          <p:nvPr userDrawn="1"/>
        </p:nvSpPr>
        <p:spPr>
          <a:xfrm>
            <a:off x="7686446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8" name="Moon 1777"/>
          <p:cNvSpPr/>
          <p:nvPr userDrawn="1"/>
        </p:nvSpPr>
        <p:spPr>
          <a:xfrm>
            <a:off x="7686446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9" name="Rectangle 1778"/>
          <p:cNvSpPr/>
          <p:nvPr userDrawn="1"/>
        </p:nvSpPr>
        <p:spPr>
          <a:xfrm>
            <a:off x="7998974" y="3046918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0" name="Oval 1779"/>
          <p:cNvSpPr/>
          <p:nvPr userDrawn="1"/>
        </p:nvSpPr>
        <p:spPr>
          <a:xfrm>
            <a:off x="8067350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1" name="Moon 1780"/>
          <p:cNvSpPr/>
          <p:nvPr userDrawn="1"/>
        </p:nvSpPr>
        <p:spPr>
          <a:xfrm>
            <a:off x="8067350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2" name="Rectangle 1781"/>
          <p:cNvSpPr/>
          <p:nvPr userDrawn="1"/>
        </p:nvSpPr>
        <p:spPr>
          <a:xfrm>
            <a:off x="8379877" y="304691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83" name="Oval 1782"/>
          <p:cNvSpPr/>
          <p:nvPr userDrawn="1"/>
        </p:nvSpPr>
        <p:spPr>
          <a:xfrm>
            <a:off x="8448253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4" name="Moon 1783"/>
          <p:cNvSpPr/>
          <p:nvPr userDrawn="1"/>
        </p:nvSpPr>
        <p:spPr>
          <a:xfrm>
            <a:off x="8448253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5" name="Rectangle 1784"/>
          <p:cNvSpPr/>
          <p:nvPr userDrawn="1"/>
        </p:nvSpPr>
        <p:spPr>
          <a:xfrm>
            <a:off x="8760781" y="304691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86" name="Oval 1785"/>
          <p:cNvSpPr/>
          <p:nvPr userDrawn="1"/>
        </p:nvSpPr>
        <p:spPr>
          <a:xfrm>
            <a:off x="8829157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7" name="Moon 1786"/>
          <p:cNvSpPr/>
          <p:nvPr userDrawn="1"/>
        </p:nvSpPr>
        <p:spPr>
          <a:xfrm>
            <a:off x="8829157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8" name="Rectangle 1787"/>
          <p:cNvSpPr/>
          <p:nvPr userDrawn="1"/>
        </p:nvSpPr>
        <p:spPr>
          <a:xfrm>
            <a:off x="0" y="266605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9" name="Oval 1788"/>
          <p:cNvSpPr/>
          <p:nvPr userDrawn="1"/>
        </p:nvSpPr>
        <p:spPr>
          <a:xfrm>
            <a:off x="68376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0" name="Moon 1789"/>
          <p:cNvSpPr/>
          <p:nvPr userDrawn="1"/>
        </p:nvSpPr>
        <p:spPr>
          <a:xfrm>
            <a:off x="68376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1" name="Rectangle 1790"/>
          <p:cNvSpPr/>
          <p:nvPr userDrawn="1"/>
        </p:nvSpPr>
        <p:spPr>
          <a:xfrm>
            <a:off x="380904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92" name="Oval 1791"/>
          <p:cNvSpPr/>
          <p:nvPr userDrawn="1"/>
        </p:nvSpPr>
        <p:spPr>
          <a:xfrm>
            <a:off x="449280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3" name="Moon 1792"/>
          <p:cNvSpPr/>
          <p:nvPr userDrawn="1"/>
        </p:nvSpPr>
        <p:spPr>
          <a:xfrm>
            <a:off x="449280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4" name="Rectangle 1793"/>
          <p:cNvSpPr/>
          <p:nvPr userDrawn="1"/>
        </p:nvSpPr>
        <p:spPr>
          <a:xfrm>
            <a:off x="761807" y="266605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5" name="Oval 1794"/>
          <p:cNvSpPr/>
          <p:nvPr userDrawn="1"/>
        </p:nvSpPr>
        <p:spPr>
          <a:xfrm>
            <a:off x="830183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6" name="Moon 1795"/>
          <p:cNvSpPr/>
          <p:nvPr userDrawn="1"/>
        </p:nvSpPr>
        <p:spPr>
          <a:xfrm>
            <a:off x="830183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7" name="Rectangle 1796"/>
          <p:cNvSpPr/>
          <p:nvPr userDrawn="1"/>
        </p:nvSpPr>
        <p:spPr>
          <a:xfrm>
            <a:off x="1142711" y="266605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8" name="Oval 1797"/>
          <p:cNvSpPr/>
          <p:nvPr userDrawn="1"/>
        </p:nvSpPr>
        <p:spPr>
          <a:xfrm>
            <a:off x="1211087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9" name="Moon 1798"/>
          <p:cNvSpPr/>
          <p:nvPr userDrawn="1"/>
        </p:nvSpPr>
        <p:spPr>
          <a:xfrm>
            <a:off x="1211087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0" name="Rectangle 1799"/>
          <p:cNvSpPr/>
          <p:nvPr userDrawn="1"/>
        </p:nvSpPr>
        <p:spPr>
          <a:xfrm>
            <a:off x="1523614" y="266605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1" name="Oval 1800"/>
          <p:cNvSpPr/>
          <p:nvPr userDrawn="1"/>
        </p:nvSpPr>
        <p:spPr>
          <a:xfrm>
            <a:off x="1591990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2" name="Moon 1801"/>
          <p:cNvSpPr/>
          <p:nvPr userDrawn="1"/>
        </p:nvSpPr>
        <p:spPr>
          <a:xfrm>
            <a:off x="1591990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5" name="Rectangle 1844"/>
          <p:cNvSpPr/>
          <p:nvPr userDrawn="1"/>
        </p:nvSpPr>
        <p:spPr>
          <a:xfrm>
            <a:off x="7237167" y="266605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6" name="Oval 1845"/>
          <p:cNvSpPr/>
          <p:nvPr userDrawn="1"/>
        </p:nvSpPr>
        <p:spPr>
          <a:xfrm>
            <a:off x="7305543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7" name="Moon 1846"/>
          <p:cNvSpPr/>
          <p:nvPr userDrawn="1"/>
        </p:nvSpPr>
        <p:spPr>
          <a:xfrm>
            <a:off x="7305543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8" name="Rectangle 1847"/>
          <p:cNvSpPr/>
          <p:nvPr userDrawn="1"/>
        </p:nvSpPr>
        <p:spPr>
          <a:xfrm>
            <a:off x="7618070" y="266605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9" name="Oval 1848"/>
          <p:cNvSpPr/>
          <p:nvPr userDrawn="1"/>
        </p:nvSpPr>
        <p:spPr>
          <a:xfrm>
            <a:off x="7686446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0" name="Moon 1849"/>
          <p:cNvSpPr/>
          <p:nvPr userDrawn="1"/>
        </p:nvSpPr>
        <p:spPr>
          <a:xfrm>
            <a:off x="7686446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1" name="Rectangle 1850"/>
          <p:cNvSpPr/>
          <p:nvPr userDrawn="1"/>
        </p:nvSpPr>
        <p:spPr>
          <a:xfrm>
            <a:off x="7998974" y="266605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2" name="Oval 1851"/>
          <p:cNvSpPr/>
          <p:nvPr userDrawn="1"/>
        </p:nvSpPr>
        <p:spPr>
          <a:xfrm>
            <a:off x="8067350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3" name="Moon 1852"/>
          <p:cNvSpPr/>
          <p:nvPr userDrawn="1"/>
        </p:nvSpPr>
        <p:spPr>
          <a:xfrm>
            <a:off x="8067350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4" name="Rectangle 1853"/>
          <p:cNvSpPr/>
          <p:nvPr userDrawn="1"/>
        </p:nvSpPr>
        <p:spPr>
          <a:xfrm>
            <a:off x="8379877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55" name="Oval 1854"/>
          <p:cNvSpPr/>
          <p:nvPr userDrawn="1"/>
        </p:nvSpPr>
        <p:spPr>
          <a:xfrm>
            <a:off x="8448253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6" name="Moon 1855"/>
          <p:cNvSpPr/>
          <p:nvPr userDrawn="1"/>
        </p:nvSpPr>
        <p:spPr>
          <a:xfrm>
            <a:off x="8448253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7" name="Rectangle 1856"/>
          <p:cNvSpPr/>
          <p:nvPr userDrawn="1"/>
        </p:nvSpPr>
        <p:spPr>
          <a:xfrm>
            <a:off x="8760781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58" name="Oval 1857"/>
          <p:cNvSpPr/>
          <p:nvPr userDrawn="1"/>
        </p:nvSpPr>
        <p:spPr>
          <a:xfrm>
            <a:off x="8829157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9" name="Moon 1858"/>
          <p:cNvSpPr/>
          <p:nvPr userDrawn="1"/>
        </p:nvSpPr>
        <p:spPr>
          <a:xfrm>
            <a:off x="8829157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0" name="Rectangle 1859"/>
          <p:cNvSpPr/>
          <p:nvPr userDrawn="1"/>
        </p:nvSpPr>
        <p:spPr>
          <a:xfrm>
            <a:off x="0" y="228518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1" name="Oval 1860"/>
          <p:cNvSpPr/>
          <p:nvPr userDrawn="1"/>
        </p:nvSpPr>
        <p:spPr>
          <a:xfrm>
            <a:off x="68376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2" name="Moon 1861"/>
          <p:cNvSpPr/>
          <p:nvPr userDrawn="1"/>
        </p:nvSpPr>
        <p:spPr>
          <a:xfrm>
            <a:off x="68376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3" name="Rectangle 1862"/>
          <p:cNvSpPr/>
          <p:nvPr userDrawn="1"/>
        </p:nvSpPr>
        <p:spPr>
          <a:xfrm>
            <a:off x="380904" y="228518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4" name="Oval 1863"/>
          <p:cNvSpPr/>
          <p:nvPr userDrawn="1"/>
        </p:nvSpPr>
        <p:spPr>
          <a:xfrm>
            <a:off x="449280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5" name="Moon 1864"/>
          <p:cNvSpPr/>
          <p:nvPr userDrawn="1"/>
        </p:nvSpPr>
        <p:spPr>
          <a:xfrm>
            <a:off x="449280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6" name="Rectangle 1865"/>
          <p:cNvSpPr/>
          <p:nvPr userDrawn="1"/>
        </p:nvSpPr>
        <p:spPr>
          <a:xfrm>
            <a:off x="761807" y="228518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7" name="Oval 1866"/>
          <p:cNvSpPr/>
          <p:nvPr userDrawn="1"/>
        </p:nvSpPr>
        <p:spPr>
          <a:xfrm>
            <a:off x="830183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8" name="Moon 1867"/>
          <p:cNvSpPr/>
          <p:nvPr userDrawn="1"/>
        </p:nvSpPr>
        <p:spPr>
          <a:xfrm>
            <a:off x="830183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9" name="Rectangle 1868"/>
          <p:cNvSpPr/>
          <p:nvPr userDrawn="1"/>
        </p:nvSpPr>
        <p:spPr>
          <a:xfrm>
            <a:off x="1142711" y="2285189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0" name="Oval 1869"/>
          <p:cNvSpPr/>
          <p:nvPr userDrawn="1"/>
        </p:nvSpPr>
        <p:spPr>
          <a:xfrm>
            <a:off x="1211087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1" name="Moon 1870"/>
          <p:cNvSpPr/>
          <p:nvPr userDrawn="1"/>
        </p:nvSpPr>
        <p:spPr>
          <a:xfrm>
            <a:off x="1211087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7" name="Rectangle 2466"/>
          <p:cNvSpPr/>
          <p:nvPr userDrawn="1"/>
        </p:nvSpPr>
        <p:spPr>
          <a:xfrm>
            <a:off x="7618070" y="228518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8" name="Oval 2467"/>
          <p:cNvSpPr/>
          <p:nvPr userDrawn="1"/>
        </p:nvSpPr>
        <p:spPr>
          <a:xfrm>
            <a:off x="7686446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9" name="Moon 2468"/>
          <p:cNvSpPr/>
          <p:nvPr userDrawn="1"/>
        </p:nvSpPr>
        <p:spPr>
          <a:xfrm>
            <a:off x="7686446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0" name="Rectangle 2469"/>
          <p:cNvSpPr/>
          <p:nvPr userDrawn="1"/>
        </p:nvSpPr>
        <p:spPr>
          <a:xfrm>
            <a:off x="7998974" y="228518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1" name="Oval 2470"/>
          <p:cNvSpPr/>
          <p:nvPr userDrawn="1"/>
        </p:nvSpPr>
        <p:spPr>
          <a:xfrm>
            <a:off x="8067350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2" name="Moon 2471"/>
          <p:cNvSpPr/>
          <p:nvPr userDrawn="1"/>
        </p:nvSpPr>
        <p:spPr>
          <a:xfrm>
            <a:off x="8067350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3" name="Rectangle 2472"/>
          <p:cNvSpPr/>
          <p:nvPr userDrawn="1"/>
        </p:nvSpPr>
        <p:spPr>
          <a:xfrm>
            <a:off x="8379877" y="228518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74" name="Oval 2473"/>
          <p:cNvSpPr/>
          <p:nvPr userDrawn="1"/>
        </p:nvSpPr>
        <p:spPr>
          <a:xfrm>
            <a:off x="8448253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5" name="Moon 2474"/>
          <p:cNvSpPr/>
          <p:nvPr userDrawn="1"/>
        </p:nvSpPr>
        <p:spPr>
          <a:xfrm>
            <a:off x="8448253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6" name="Rectangle 2475"/>
          <p:cNvSpPr/>
          <p:nvPr userDrawn="1"/>
        </p:nvSpPr>
        <p:spPr>
          <a:xfrm>
            <a:off x="8760781" y="228518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77" name="Oval 2476"/>
          <p:cNvSpPr/>
          <p:nvPr userDrawn="1"/>
        </p:nvSpPr>
        <p:spPr>
          <a:xfrm>
            <a:off x="8829157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8" name="Moon 2477"/>
          <p:cNvSpPr/>
          <p:nvPr userDrawn="1"/>
        </p:nvSpPr>
        <p:spPr>
          <a:xfrm>
            <a:off x="8829157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9" name="Rectangle 2478"/>
          <p:cNvSpPr/>
          <p:nvPr userDrawn="1"/>
        </p:nvSpPr>
        <p:spPr>
          <a:xfrm>
            <a:off x="0" y="190432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80" name="Oval 2479"/>
          <p:cNvSpPr/>
          <p:nvPr userDrawn="1"/>
        </p:nvSpPr>
        <p:spPr>
          <a:xfrm>
            <a:off x="68376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1" name="Moon 2480"/>
          <p:cNvSpPr/>
          <p:nvPr userDrawn="1"/>
        </p:nvSpPr>
        <p:spPr>
          <a:xfrm>
            <a:off x="68376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2" name="Rectangle 2481"/>
          <p:cNvSpPr/>
          <p:nvPr userDrawn="1"/>
        </p:nvSpPr>
        <p:spPr>
          <a:xfrm>
            <a:off x="380904" y="190432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3" name="Oval 2482"/>
          <p:cNvSpPr/>
          <p:nvPr userDrawn="1"/>
        </p:nvSpPr>
        <p:spPr>
          <a:xfrm>
            <a:off x="449280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4" name="Moon 2483"/>
          <p:cNvSpPr/>
          <p:nvPr userDrawn="1"/>
        </p:nvSpPr>
        <p:spPr>
          <a:xfrm>
            <a:off x="449280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5" name="Rectangle 2484"/>
          <p:cNvSpPr/>
          <p:nvPr userDrawn="1"/>
        </p:nvSpPr>
        <p:spPr>
          <a:xfrm>
            <a:off x="761807" y="190432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6" name="Oval 2485"/>
          <p:cNvSpPr/>
          <p:nvPr userDrawn="1"/>
        </p:nvSpPr>
        <p:spPr>
          <a:xfrm>
            <a:off x="830183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7" name="Moon 2486"/>
          <p:cNvSpPr/>
          <p:nvPr userDrawn="1"/>
        </p:nvSpPr>
        <p:spPr>
          <a:xfrm>
            <a:off x="830183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8" name="Rectangle 2487"/>
          <p:cNvSpPr/>
          <p:nvPr userDrawn="1"/>
        </p:nvSpPr>
        <p:spPr>
          <a:xfrm>
            <a:off x="1142711" y="190432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9" name="Oval 2488"/>
          <p:cNvSpPr/>
          <p:nvPr userDrawn="1"/>
        </p:nvSpPr>
        <p:spPr>
          <a:xfrm>
            <a:off x="1211087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0" name="Moon 2489"/>
          <p:cNvSpPr/>
          <p:nvPr userDrawn="1"/>
        </p:nvSpPr>
        <p:spPr>
          <a:xfrm>
            <a:off x="1211087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6" name="Rectangle 2565"/>
          <p:cNvSpPr/>
          <p:nvPr userDrawn="1"/>
        </p:nvSpPr>
        <p:spPr>
          <a:xfrm>
            <a:off x="7618070" y="190432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7" name="Oval 2566"/>
          <p:cNvSpPr/>
          <p:nvPr userDrawn="1"/>
        </p:nvSpPr>
        <p:spPr>
          <a:xfrm>
            <a:off x="7686446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8" name="Moon 2567"/>
          <p:cNvSpPr/>
          <p:nvPr userDrawn="1"/>
        </p:nvSpPr>
        <p:spPr>
          <a:xfrm>
            <a:off x="7686446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9" name="Rectangle 2568"/>
          <p:cNvSpPr/>
          <p:nvPr userDrawn="1"/>
        </p:nvSpPr>
        <p:spPr>
          <a:xfrm>
            <a:off x="7998974" y="190432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0" name="Oval 2569"/>
          <p:cNvSpPr/>
          <p:nvPr userDrawn="1"/>
        </p:nvSpPr>
        <p:spPr>
          <a:xfrm>
            <a:off x="8067350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1" name="Moon 2570"/>
          <p:cNvSpPr/>
          <p:nvPr userDrawn="1"/>
        </p:nvSpPr>
        <p:spPr>
          <a:xfrm>
            <a:off x="8067350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2" name="Rectangle 2571"/>
          <p:cNvSpPr/>
          <p:nvPr userDrawn="1"/>
        </p:nvSpPr>
        <p:spPr>
          <a:xfrm>
            <a:off x="8379877" y="190432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3" name="Oval 2572"/>
          <p:cNvSpPr/>
          <p:nvPr userDrawn="1"/>
        </p:nvSpPr>
        <p:spPr>
          <a:xfrm>
            <a:off x="8448253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4" name="Moon 2573"/>
          <p:cNvSpPr/>
          <p:nvPr userDrawn="1"/>
        </p:nvSpPr>
        <p:spPr>
          <a:xfrm>
            <a:off x="8448253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5" name="Rectangle 2574"/>
          <p:cNvSpPr/>
          <p:nvPr userDrawn="1"/>
        </p:nvSpPr>
        <p:spPr>
          <a:xfrm>
            <a:off x="8760781" y="190432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6" name="Oval 2575"/>
          <p:cNvSpPr/>
          <p:nvPr userDrawn="1"/>
        </p:nvSpPr>
        <p:spPr>
          <a:xfrm>
            <a:off x="8829157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7" name="Moon 2576"/>
          <p:cNvSpPr/>
          <p:nvPr userDrawn="1"/>
        </p:nvSpPr>
        <p:spPr>
          <a:xfrm>
            <a:off x="8829157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8" name="Rectangle 2577"/>
          <p:cNvSpPr/>
          <p:nvPr userDrawn="1"/>
        </p:nvSpPr>
        <p:spPr>
          <a:xfrm>
            <a:off x="0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79" name="Oval 2578"/>
          <p:cNvSpPr/>
          <p:nvPr userDrawn="1"/>
        </p:nvSpPr>
        <p:spPr>
          <a:xfrm>
            <a:off x="68376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0" name="Moon 2579"/>
          <p:cNvSpPr/>
          <p:nvPr userDrawn="1"/>
        </p:nvSpPr>
        <p:spPr>
          <a:xfrm>
            <a:off x="68376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1" name="Rectangle 2580"/>
          <p:cNvSpPr/>
          <p:nvPr userDrawn="1"/>
        </p:nvSpPr>
        <p:spPr>
          <a:xfrm>
            <a:off x="380904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82" name="Oval 2581"/>
          <p:cNvSpPr/>
          <p:nvPr userDrawn="1"/>
        </p:nvSpPr>
        <p:spPr>
          <a:xfrm>
            <a:off x="449280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3" name="Moon 2582"/>
          <p:cNvSpPr/>
          <p:nvPr userDrawn="1"/>
        </p:nvSpPr>
        <p:spPr>
          <a:xfrm>
            <a:off x="44928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4" name="Rectangle 2583"/>
          <p:cNvSpPr/>
          <p:nvPr userDrawn="1"/>
        </p:nvSpPr>
        <p:spPr>
          <a:xfrm>
            <a:off x="761807" y="1523459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5" name="Oval 2584"/>
          <p:cNvSpPr/>
          <p:nvPr userDrawn="1"/>
        </p:nvSpPr>
        <p:spPr>
          <a:xfrm>
            <a:off x="830183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6" name="Moon 2585"/>
          <p:cNvSpPr/>
          <p:nvPr userDrawn="1"/>
        </p:nvSpPr>
        <p:spPr>
          <a:xfrm>
            <a:off x="830183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9" name="Rectangle 2658"/>
          <p:cNvSpPr/>
          <p:nvPr userDrawn="1"/>
        </p:nvSpPr>
        <p:spPr>
          <a:xfrm>
            <a:off x="7998974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0" name="Oval 2659"/>
          <p:cNvSpPr/>
          <p:nvPr userDrawn="1"/>
        </p:nvSpPr>
        <p:spPr>
          <a:xfrm>
            <a:off x="8067350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1" name="Moon 2660"/>
          <p:cNvSpPr/>
          <p:nvPr userDrawn="1"/>
        </p:nvSpPr>
        <p:spPr>
          <a:xfrm>
            <a:off x="806735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" name="Rectangle 2661"/>
          <p:cNvSpPr/>
          <p:nvPr userDrawn="1"/>
        </p:nvSpPr>
        <p:spPr>
          <a:xfrm>
            <a:off x="8379877" y="1523459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3" name="Oval 2662"/>
          <p:cNvSpPr/>
          <p:nvPr userDrawn="1"/>
        </p:nvSpPr>
        <p:spPr>
          <a:xfrm>
            <a:off x="8448253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9" name="Moon 2678"/>
          <p:cNvSpPr/>
          <p:nvPr userDrawn="1"/>
        </p:nvSpPr>
        <p:spPr>
          <a:xfrm>
            <a:off x="8448253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0" name="Rectangle 2679"/>
          <p:cNvSpPr/>
          <p:nvPr userDrawn="1"/>
        </p:nvSpPr>
        <p:spPr>
          <a:xfrm>
            <a:off x="8760781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1" name="Oval 2680"/>
          <p:cNvSpPr/>
          <p:nvPr userDrawn="1"/>
        </p:nvSpPr>
        <p:spPr>
          <a:xfrm>
            <a:off x="8829157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2" name="Moon 2681"/>
          <p:cNvSpPr/>
          <p:nvPr userDrawn="1"/>
        </p:nvSpPr>
        <p:spPr>
          <a:xfrm>
            <a:off x="8829157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3" name="Rectangle 2682"/>
          <p:cNvSpPr/>
          <p:nvPr userDrawn="1"/>
        </p:nvSpPr>
        <p:spPr>
          <a:xfrm>
            <a:off x="0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84" name="Oval 2683"/>
          <p:cNvSpPr/>
          <p:nvPr userDrawn="1"/>
        </p:nvSpPr>
        <p:spPr>
          <a:xfrm>
            <a:off x="68376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5" name="Moon 2684"/>
          <p:cNvSpPr/>
          <p:nvPr userDrawn="1"/>
        </p:nvSpPr>
        <p:spPr>
          <a:xfrm>
            <a:off x="6837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6" name="Rectangle 2685"/>
          <p:cNvSpPr/>
          <p:nvPr userDrawn="1"/>
        </p:nvSpPr>
        <p:spPr>
          <a:xfrm>
            <a:off x="380904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87" name="Oval 2686"/>
          <p:cNvSpPr/>
          <p:nvPr userDrawn="1"/>
        </p:nvSpPr>
        <p:spPr>
          <a:xfrm>
            <a:off x="449280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8" name="Moon 2687"/>
          <p:cNvSpPr/>
          <p:nvPr userDrawn="1"/>
        </p:nvSpPr>
        <p:spPr>
          <a:xfrm>
            <a:off x="44928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9" name="Rectangle 2688"/>
          <p:cNvSpPr/>
          <p:nvPr userDrawn="1"/>
        </p:nvSpPr>
        <p:spPr>
          <a:xfrm>
            <a:off x="761807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0" name="Oval 2689"/>
          <p:cNvSpPr/>
          <p:nvPr userDrawn="1"/>
        </p:nvSpPr>
        <p:spPr>
          <a:xfrm>
            <a:off x="830183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1" name="Moon 2690"/>
          <p:cNvSpPr/>
          <p:nvPr userDrawn="1"/>
        </p:nvSpPr>
        <p:spPr>
          <a:xfrm>
            <a:off x="83018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9" name="Rectangle 2758"/>
          <p:cNvSpPr/>
          <p:nvPr userDrawn="1"/>
        </p:nvSpPr>
        <p:spPr>
          <a:xfrm>
            <a:off x="7998974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0" name="Oval 2759"/>
          <p:cNvSpPr/>
          <p:nvPr userDrawn="1"/>
        </p:nvSpPr>
        <p:spPr>
          <a:xfrm>
            <a:off x="8067350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1" name="Moon 2760"/>
          <p:cNvSpPr/>
          <p:nvPr userDrawn="1"/>
        </p:nvSpPr>
        <p:spPr>
          <a:xfrm>
            <a:off x="806735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2" name="Rectangle 2761"/>
          <p:cNvSpPr/>
          <p:nvPr userDrawn="1"/>
        </p:nvSpPr>
        <p:spPr>
          <a:xfrm>
            <a:off x="8379877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3" name="Oval 2762"/>
          <p:cNvSpPr/>
          <p:nvPr userDrawn="1"/>
        </p:nvSpPr>
        <p:spPr>
          <a:xfrm>
            <a:off x="8448253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4" name="Moon 2763"/>
          <p:cNvSpPr/>
          <p:nvPr userDrawn="1"/>
        </p:nvSpPr>
        <p:spPr>
          <a:xfrm>
            <a:off x="844825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5" name="Rectangle 2764"/>
          <p:cNvSpPr/>
          <p:nvPr userDrawn="1"/>
        </p:nvSpPr>
        <p:spPr>
          <a:xfrm>
            <a:off x="8760781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6" name="Oval 2765"/>
          <p:cNvSpPr/>
          <p:nvPr userDrawn="1"/>
        </p:nvSpPr>
        <p:spPr>
          <a:xfrm>
            <a:off x="8829157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7" name="Moon 2766"/>
          <p:cNvSpPr/>
          <p:nvPr userDrawn="1"/>
        </p:nvSpPr>
        <p:spPr>
          <a:xfrm>
            <a:off x="882915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8" name="Rectangle 2767"/>
          <p:cNvSpPr/>
          <p:nvPr userDrawn="1"/>
        </p:nvSpPr>
        <p:spPr>
          <a:xfrm>
            <a:off x="0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69" name="Oval 2768"/>
          <p:cNvSpPr/>
          <p:nvPr userDrawn="1"/>
        </p:nvSpPr>
        <p:spPr>
          <a:xfrm>
            <a:off x="68376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0" name="Moon 2769"/>
          <p:cNvSpPr/>
          <p:nvPr userDrawn="1"/>
        </p:nvSpPr>
        <p:spPr>
          <a:xfrm>
            <a:off x="6837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1" name="Rectangle 2770"/>
          <p:cNvSpPr/>
          <p:nvPr userDrawn="1"/>
        </p:nvSpPr>
        <p:spPr>
          <a:xfrm>
            <a:off x="380904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72" name="Oval 2771"/>
          <p:cNvSpPr/>
          <p:nvPr userDrawn="1"/>
        </p:nvSpPr>
        <p:spPr>
          <a:xfrm>
            <a:off x="449280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3" name="Moon 2772"/>
          <p:cNvSpPr/>
          <p:nvPr userDrawn="1"/>
        </p:nvSpPr>
        <p:spPr>
          <a:xfrm>
            <a:off x="449280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3" name="Rectangle 2842"/>
          <p:cNvSpPr/>
          <p:nvPr userDrawn="1"/>
        </p:nvSpPr>
        <p:spPr>
          <a:xfrm>
            <a:off x="8379877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4" name="Oval 2843"/>
          <p:cNvSpPr/>
          <p:nvPr userDrawn="1"/>
        </p:nvSpPr>
        <p:spPr>
          <a:xfrm>
            <a:off x="8448253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5" name="Moon 2844"/>
          <p:cNvSpPr/>
          <p:nvPr userDrawn="1"/>
        </p:nvSpPr>
        <p:spPr>
          <a:xfrm>
            <a:off x="8448253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6" name="Rectangle 2845"/>
          <p:cNvSpPr/>
          <p:nvPr userDrawn="1"/>
        </p:nvSpPr>
        <p:spPr>
          <a:xfrm>
            <a:off x="8760781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7" name="Oval 2846"/>
          <p:cNvSpPr/>
          <p:nvPr userDrawn="1"/>
        </p:nvSpPr>
        <p:spPr>
          <a:xfrm>
            <a:off x="8829157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8" name="Moon 2847"/>
          <p:cNvSpPr/>
          <p:nvPr userDrawn="1"/>
        </p:nvSpPr>
        <p:spPr>
          <a:xfrm>
            <a:off x="882915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9" name="Rectangle 2848"/>
          <p:cNvSpPr/>
          <p:nvPr userDrawn="1"/>
        </p:nvSpPr>
        <p:spPr>
          <a:xfrm>
            <a:off x="0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0" name="Oval 2849"/>
          <p:cNvSpPr/>
          <p:nvPr userDrawn="1"/>
        </p:nvSpPr>
        <p:spPr>
          <a:xfrm>
            <a:off x="6837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1" name="Moon 2850"/>
          <p:cNvSpPr/>
          <p:nvPr userDrawn="1"/>
        </p:nvSpPr>
        <p:spPr>
          <a:xfrm>
            <a:off x="6837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2" name="Rectangle 2851"/>
          <p:cNvSpPr/>
          <p:nvPr userDrawn="1"/>
        </p:nvSpPr>
        <p:spPr>
          <a:xfrm>
            <a:off x="380904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3" name="Oval 2852"/>
          <p:cNvSpPr/>
          <p:nvPr userDrawn="1"/>
        </p:nvSpPr>
        <p:spPr>
          <a:xfrm>
            <a:off x="449280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4" name="Moon 2853"/>
          <p:cNvSpPr/>
          <p:nvPr userDrawn="1"/>
        </p:nvSpPr>
        <p:spPr>
          <a:xfrm>
            <a:off x="44928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4" name="Rectangle 2923"/>
          <p:cNvSpPr/>
          <p:nvPr userDrawn="1"/>
        </p:nvSpPr>
        <p:spPr>
          <a:xfrm>
            <a:off x="8379877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5" name="Oval 2924"/>
          <p:cNvSpPr/>
          <p:nvPr userDrawn="1"/>
        </p:nvSpPr>
        <p:spPr>
          <a:xfrm>
            <a:off x="8448253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6" name="Moon 2925"/>
          <p:cNvSpPr/>
          <p:nvPr userDrawn="1"/>
        </p:nvSpPr>
        <p:spPr>
          <a:xfrm>
            <a:off x="844825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7" name="Rectangle 2926"/>
          <p:cNvSpPr/>
          <p:nvPr userDrawn="1"/>
        </p:nvSpPr>
        <p:spPr>
          <a:xfrm>
            <a:off x="8760781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8" name="Oval 2927"/>
          <p:cNvSpPr/>
          <p:nvPr userDrawn="1"/>
        </p:nvSpPr>
        <p:spPr>
          <a:xfrm>
            <a:off x="8829157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9" name="Moon 2928"/>
          <p:cNvSpPr/>
          <p:nvPr userDrawn="1"/>
        </p:nvSpPr>
        <p:spPr>
          <a:xfrm>
            <a:off x="882915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0" name="Rectangle 2929"/>
          <p:cNvSpPr/>
          <p:nvPr userDrawn="1"/>
        </p:nvSpPr>
        <p:spPr>
          <a:xfrm>
            <a:off x="0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1" name="Oval 2930"/>
          <p:cNvSpPr/>
          <p:nvPr userDrawn="1"/>
        </p:nvSpPr>
        <p:spPr>
          <a:xfrm>
            <a:off x="6837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2" name="Moon 2931"/>
          <p:cNvSpPr/>
          <p:nvPr userDrawn="1"/>
        </p:nvSpPr>
        <p:spPr>
          <a:xfrm>
            <a:off x="6837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3" name="Rectangle 2932"/>
          <p:cNvSpPr/>
          <p:nvPr userDrawn="1"/>
        </p:nvSpPr>
        <p:spPr>
          <a:xfrm>
            <a:off x="380904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4" name="Oval 2933"/>
          <p:cNvSpPr/>
          <p:nvPr userDrawn="1"/>
        </p:nvSpPr>
        <p:spPr>
          <a:xfrm>
            <a:off x="44928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5" name="Moon 2934"/>
          <p:cNvSpPr/>
          <p:nvPr userDrawn="1"/>
        </p:nvSpPr>
        <p:spPr>
          <a:xfrm>
            <a:off x="44928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2" name="Rectangle 3001"/>
          <p:cNvSpPr/>
          <p:nvPr userDrawn="1"/>
        </p:nvSpPr>
        <p:spPr>
          <a:xfrm>
            <a:off x="8379877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3" name="Oval 3002"/>
          <p:cNvSpPr/>
          <p:nvPr userDrawn="1"/>
        </p:nvSpPr>
        <p:spPr>
          <a:xfrm>
            <a:off x="844825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4" name="Moon 3003"/>
          <p:cNvSpPr/>
          <p:nvPr userDrawn="1"/>
        </p:nvSpPr>
        <p:spPr>
          <a:xfrm>
            <a:off x="844825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5" name="Rectangle 3004"/>
          <p:cNvSpPr/>
          <p:nvPr userDrawn="1"/>
        </p:nvSpPr>
        <p:spPr>
          <a:xfrm>
            <a:off x="8760781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6" name="Oval 3005"/>
          <p:cNvSpPr/>
          <p:nvPr userDrawn="1"/>
        </p:nvSpPr>
        <p:spPr>
          <a:xfrm>
            <a:off x="882915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7" name="Moon 3006"/>
          <p:cNvSpPr/>
          <p:nvPr userDrawn="1"/>
        </p:nvSpPr>
        <p:spPr>
          <a:xfrm>
            <a:off x="882915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9" name="Title 1"/>
          <p:cNvSpPr>
            <a:spLocks noGrp="1"/>
          </p:cNvSpPr>
          <p:nvPr>
            <p:ph type="ctrTitle"/>
          </p:nvPr>
        </p:nvSpPr>
        <p:spPr>
          <a:xfrm>
            <a:off x="1046818" y="41898"/>
            <a:ext cx="7050365" cy="1978560"/>
          </a:xfrm>
        </p:spPr>
        <p:txBody>
          <a:bodyPr anchor="ctr"/>
          <a:lstStyle>
            <a:lvl1pPr algn="ctr">
              <a:defRPr sz="6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010" name="Subtitle 2"/>
          <p:cNvSpPr>
            <a:spLocks noGrp="1"/>
          </p:cNvSpPr>
          <p:nvPr>
            <p:ph type="subTitle" idx="1"/>
          </p:nvPr>
        </p:nvSpPr>
        <p:spPr>
          <a:xfrm>
            <a:off x="1999744" y="2112533"/>
            <a:ext cx="5142233" cy="162975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035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GO - Title and Content 1">
    <p:bg>
      <p:bgPr>
        <a:gradFill>
          <a:gsLst>
            <a:gs pos="47000">
              <a:schemeClr val="accent3">
                <a:lumMod val="5000"/>
                <a:lumOff val="95000"/>
              </a:schemeClr>
            </a:gs>
            <a:gs pos="83000">
              <a:schemeClr val="accent3">
                <a:lumMod val="45000"/>
                <a:lumOff val="5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2133" y="365126"/>
            <a:ext cx="7399734" cy="1325563"/>
          </a:xfrm>
        </p:spPr>
        <p:txBody>
          <a:bodyPr>
            <a:normAutofit/>
          </a:bodyPr>
          <a:lstStyle>
            <a:lvl1pPr>
              <a:defRPr sz="5400" b="0"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133" y="1825625"/>
            <a:ext cx="7399734" cy="43513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2133" y="6356351"/>
            <a:ext cx="2057400" cy="365125"/>
          </a:xfrm>
        </p:spPr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4467" y="6356351"/>
            <a:ext cx="2057400" cy="365125"/>
          </a:xfrm>
        </p:spPr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  <p:sp>
        <p:nvSpPr>
          <p:cNvPr id="223" name="Rectangle 222"/>
          <p:cNvSpPr/>
          <p:nvPr userDrawn="1"/>
        </p:nvSpPr>
        <p:spPr>
          <a:xfrm>
            <a:off x="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/>
          <p:cNvSpPr/>
          <p:nvPr userDrawn="1"/>
        </p:nvSpPr>
        <p:spPr>
          <a:xfrm>
            <a:off x="6837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Moon 224"/>
          <p:cNvSpPr/>
          <p:nvPr userDrawn="1"/>
        </p:nvSpPr>
        <p:spPr>
          <a:xfrm>
            <a:off x="6837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le 225"/>
          <p:cNvSpPr/>
          <p:nvPr userDrawn="1"/>
        </p:nvSpPr>
        <p:spPr>
          <a:xfrm>
            <a:off x="380904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/>
          <p:cNvSpPr/>
          <p:nvPr userDrawn="1"/>
        </p:nvSpPr>
        <p:spPr>
          <a:xfrm>
            <a:off x="44928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Moon 227"/>
          <p:cNvSpPr/>
          <p:nvPr userDrawn="1"/>
        </p:nvSpPr>
        <p:spPr>
          <a:xfrm>
            <a:off x="44928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/>
          <p:cNvSpPr/>
          <p:nvPr userDrawn="1"/>
        </p:nvSpPr>
        <p:spPr>
          <a:xfrm>
            <a:off x="8379877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Oval 229"/>
          <p:cNvSpPr/>
          <p:nvPr userDrawn="1"/>
        </p:nvSpPr>
        <p:spPr>
          <a:xfrm>
            <a:off x="844825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Moon 230"/>
          <p:cNvSpPr/>
          <p:nvPr userDrawn="1"/>
        </p:nvSpPr>
        <p:spPr>
          <a:xfrm>
            <a:off x="844825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Rectangle 231"/>
          <p:cNvSpPr/>
          <p:nvPr userDrawn="1"/>
        </p:nvSpPr>
        <p:spPr>
          <a:xfrm>
            <a:off x="8760781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Oval 232"/>
          <p:cNvSpPr/>
          <p:nvPr userDrawn="1"/>
        </p:nvSpPr>
        <p:spPr>
          <a:xfrm>
            <a:off x="882915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Moon 233"/>
          <p:cNvSpPr/>
          <p:nvPr userDrawn="1"/>
        </p:nvSpPr>
        <p:spPr>
          <a:xfrm>
            <a:off x="882915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ectangle 234"/>
          <p:cNvSpPr/>
          <p:nvPr userDrawn="1"/>
        </p:nvSpPr>
        <p:spPr>
          <a:xfrm>
            <a:off x="0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/>
          <p:cNvSpPr/>
          <p:nvPr userDrawn="1"/>
        </p:nvSpPr>
        <p:spPr>
          <a:xfrm>
            <a:off x="6837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Moon 236"/>
          <p:cNvSpPr/>
          <p:nvPr userDrawn="1"/>
        </p:nvSpPr>
        <p:spPr>
          <a:xfrm>
            <a:off x="6837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237"/>
          <p:cNvSpPr/>
          <p:nvPr userDrawn="1"/>
        </p:nvSpPr>
        <p:spPr>
          <a:xfrm>
            <a:off x="380904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Oval 238"/>
          <p:cNvSpPr/>
          <p:nvPr userDrawn="1"/>
        </p:nvSpPr>
        <p:spPr>
          <a:xfrm>
            <a:off x="44928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Moon 239"/>
          <p:cNvSpPr/>
          <p:nvPr userDrawn="1"/>
        </p:nvSpPr>
        <p:spPr>
          <a:xfrm>
            <a:off x="44928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/>
          <p:cNvSpPr/>
          <p:nvPr userDrawn="1"/>
        </p:nvSpPr>
        <p:spPr>
          <a:xfrm>
            <a:off x="8379877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2" name="Oval 241"/>
          <p:cNvSpPr/>
          <p:nvPr userDrawn="1"/>
        </p:nvSpPr>
        <p:spPr>
          <a:xfrm>
            <a:off x="844825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Moon 242"/>
          <p:cNvSpPr/>
          <p:nvPr userDrawn="1"/>
        </p:nvSpPr>
        <p:spPr>
          <a:xfrm>
            <a:off x="844825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Rectangle 243"/>
          <p:cNvSpPr/>
          <p:nvPr userDrawn="1"/>
        </p:nvSpPr>
        <p:spPr>
          <a:xfrm>
            <a:off x="8760781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5" name="Oval 244"/>
          <p:cNvSpPr/>
          <p:nvPr userDrawn="1"/>
        </p:nvSpPr>
        <p:spPr>
          <a:xfrm>
            <a:off x="882915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Moon 245"/>
          <p:cNvSpPr/>
          <p:nvPr userDrawn="1"/>
        </p:nvSpPr>
        <p:spPr>
          <a:xfrm>
            <a:off x="882915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Rectangle 246"/>
          <p:cNvSpPr/>
          <p:nvPr userDrawn="1"/>
        </p:nvSpPr>
        <p:spPr>
          <a:xfrm>
            <a:off x="0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8" name="Oval 247"/>
          <p:cNvSpPr/>
          <p:nvPr userDrawn="1"/>
        </p:nvSpPr>
        <p:spPr>
          <a:xfrm>
            <a:off x="6837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Moon 248"/>
          <p:cNvSpPr/>
          <p:nvPr userDrawn="1"/>
        </p:nvSpPr>
        <p:spPr>
          <a:xfrm>
            <a:off x="6837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Rectangle 249"/>
          <p:cNvSpPr/>
          <p:nvPr userDrawn="1"/>
        </p:nvSpPr>
        <p:spPr>
          <a:xfrm>
            <a:off x="380904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Oval 250"/>
          <p:cNvSpPr/>
          <p:nvPr userDrawn="1"/>
        </p:nvSpPr>
        <p:spPr>
          <a:xfrm>
            <a:off x="44928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Moon 251"/>
          <p:cNvSpPr/>
          <p:nvPr userDrawn="1"/>
        </p:nvSpPr>
        <p:spPr>
          <a:xfrm>
            <a:off x="44928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Rectangle 252"/>
          <p:cNvSpPr/>
          <p:nvPr userDrawn="1"/>
        </p:nvSpPr>
        <p:spPr>
          <a:xfrm>
            <a:off x="8379877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Oval 253"/>
          <p:cNvSpPr/>
          <p:nvPr userDrawn="1"/>
        </p:nvSpPr>
        <p:spPr>
          <a:xfrm>
            <a:off x="844825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Moon 254"/>
          <p:cNvSpPr/>
          <p:nvPr userDrawn="1"/>
        </p:nvSpPr>
        <p:spPr>
          <a:xfrm>
            <a:off x="844825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Rectangle 255"/>
          <p:cNvSpPr/>
          <p:nvPr userDrawn="1"/>
        </p:nvSpPr>
        <p:spPr>
          <a:xfrm>
            <a:off x="8760781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Oval 256"/>
          <p:cNvSpPr/>
          <p:nvPr userDrawn="1"/>
        </p:nvSpPr>
        <p:spPr>
          <a:xfrm>
            <a:off x="882915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Moon 257"/>
          <p:cNvSpPr/>
          <p:nvPr userDrawn="1"/>
        </p:nvSpPr>
        <p:spPr>
          <a:xfrm>
            <a:off x="882915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/>
          <p:cNvSpPr/>
          <p:nvPr userDrawn="1"/>
        </p:nvSpPr>
        <p:spPr>
          <a:xfrm>
            <a:off x="0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Oval 259"/>
          <p:cNvSpPr/>
          <p:nvPr userDrawn="1"/>
        </p:nvSpPr>
        <p:spPr>
          <a:xfrm>
            <a:off x="6837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Moon 260"/>
          <p:cNvSpPr/>
          <p:nvPr userDrawn="1"/>
        </p:nvSpPr>
        <p:spPr>
          <a:xfrm>
            <a:off x="6837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Rectangle 261"/>
          <p:cNvSpPr/>
          <p:nvPr userDrawn="1"/>
        </p:nvSpPr>
        <p:spPr>
          <a:xfrm>
            <a:off x="38090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Oval 262"/>
          <p:cNvSpPr/>
          <p:nvPr userDrawn="1"/>
        </p:nvSpPr>
        <p:spPr>
          <a:xfrm>
            <a:off x="44928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Moon 263"/>
          <p:cNvSpPr/>
          <p:nvPr userDrawn="1"/>
        </p:nvSpPr>
        <p:spPr>
          <a:xfrm>
            <a:off x="44928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Rectangle 264"/>
          <p:cNvSpPr/>
          <p:nvPr userDrawn="1"/>
        </p:nvSpPr>
        <p:spPr>
          <a:xfrm>
            <a:off x="8379877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Oval 265"/>
          <p:cNvSpPr/>
          <p:nvPr userDrawn="1"/>
        </p:nvSpPr>
        <p:spPr>
          <a:xfrm>
            <a:off x="844825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Moon 266"/>
          <p:cNvSpPr/>
          <p:nvPr userDrawn="1"/>
        </p:nvSpPr>
        <p:spPr>
          <a:xfrm>
            <a:off x="844825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Rectangle 267"/>
          <p:cNvSpPr/>
          <p:nvPr userDrawn="1"/>
        </p:nvSpPr>
        <p:spPr>
          <a:xfrm>
            <a:off x="8760781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Oval 268"/>
          <p:cNvSpPr/>
          <p:nvPr userDrawn="1"/>
        </p:nvSpPr>
        <p:spPr>
          <a:xfrm>
            <a:off x="882915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Moon 269"/>
          <p:cNvSpPr/>
          <p:nvPr userDrawn="1"/>
        </p:nvSpPr>
        <p:spPr>
          <a:xfrm>
            <a:off x="882915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Rectangle 270"/>
          <p:cNvSpPr/>
          <p:nvPr userDrawn="1"/>
        </p:nvSpPr>
        <p:spPr>
          <a:xfrm>
            <a:off x="0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Oval 271"/>
          <p:cNvSpPr/>
          <p:nvPr userDrawn="1"/>
        </p:nvSpPr>
        <p:spPr>
          <a:xfrm>
            <a:off x="68376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Moon 272"/>
          <p:cNvSpPr/>
          <p:nvPr userDrawn="1"/>
        </p:nvSpPr>
        <p:spPr>
          <a:xfrm>
            <a:off x="68376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Rectangle 273"/>
          <p:cNvSpPr/>
          <p:nvPr userDrawn="1"/>
        </p:nvSpPr>
        <p:spPr>
          <a:xfrm>
            <a:off x="380904" y="495124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Oval 274"/>
          <p:cNvSpPr/>
          <p:nvPr userDrawn="1"/>
        </p:nvSpPr>
        <p:spPr>
          <a:xfrm>
            <a:off x="449280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Moon 275"/>
          <p:cNvSpPr/>
          <p:nvPr userDrawn="1"/>
        </p:nvSpPr>
        <p:spPr>
          <a:xfrm>
            <a:off x="449280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ectangle 276"/>
          <p:cNvSpPr/>
          <p:nvPr userDrawn="1"/>
        </p:nvSpPr>
        <p:spPr>
          <a:xfrm>
            <a:off x="8379877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Oval 277"/>
          <p:cNvSpPr/>
          <p:nvPr userDrawn="1"/>
        </p:nvSpPr>
        <p:spPr>
          <a:xfrm>
            <a:off x="8448253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Moon 278"/>
          <p:cNvSpPr/>
          <p:nvPr userDrawn="1"/>
        </p:nvSpPr>
        <p:spPr>
          <a:xfrm>
            <a:off x="8448253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Rectangle 279"/>
          <p:cNvSpPr/>
          <p:nvPr userDrawn="1"/>
        </p:nvSpPr>
        <p:spPr>
          <a:xfrm>
            <a:off x="8760781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Oval 280"/>
          <p:cNvSpPr/>
          <p:nvPr userDrawn="1"/>
        </p:nvSpPr>
        <p:spPr>
          <a:xfrm>
            <a:off x="8829157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Moon 281"/>
          <p:cNvSpPr/>
          <p:nvPr userDrawn="1"/>
        </p:nvSpPr>
        <p:spPr>
          <a:xfrm>
            <a:off x="8829157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/>
          <p:cNvSpPr/>
          <p:nvPr userDrawn="1"/>
        </p:nvSpPr>
        <p:spPr>
          <a:xfrm>
            <a:off x="0" y="457037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Oval 283"/>
          <p:cNvSpPr/>
          <p:nvPr userDrawn="1"/>
        </p:nvSpPr>
        <p:spPr>
          <a:xfrm>
            <a:off x="68376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Moon 284"/>
          <p:cNvSpPr/>
          <p:nvPr userDrawn="1"/>
        </p:nvSpPr>
        <p:spPr>
          <a:xfrm>
            <a:off x="68376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85"/>
          <p:cNvSpPr/>
          <p:nvPr userDrawn="1"/>
        </p:nvSpPr>
        <p:spPr>
          <a:xfrm>
            <a:off x="380904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7" name="Oval 286"/>
          <p:cNvSpPr/>
          <p:nvPr userDrawn="1"/>
        </p:nvSpPr>
        <p:spPr>
          <a:xfrm>
            <a:off x="449280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Moon 287"/>
          <p:cNvSpPr/>
          <p:nvPr userDrawn="1"/>
        </p:nvSpPr>
        <p:spPr>
          <a:xfrm>
            <a:off x="449280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/>
          <p:cNvSpPr/>
          <p:nvPr userDrawn="1"/>
        </p:nvSpPr>
        <p:spPr>
          <a:xfrm>
            <a:off x="8379877" y="457037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Oval 289"/>
          <p:cNvSpPr/>
          <p:nvPr userDrawn="1"/>
        </p:nvSpPr>
        <p:spPr>
          <a:xfrm>
            <a:off x="8448253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Moon 290"/>
          <p:cNvSpPr/>
          <p:nvPr userDrawn="1"/>
        </p:nvSpPr>
        <p:spPr>
          <a:xfrm>
            <a:off x="8448253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/>
          <p:cNvSpPr/>
          <p:nvPr userDrawn="1"/>
        </p:nvSpPr>
        <p:spPr>
          <a:xfrm>
            <a:off x="8760781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3" name="Oval 292"/>
          <p:cNvSpPr/>
          <p:nvPr userDrawn="1"/>
        </p:nvSpPr>
        <p:spPr>
          <a:xfrm>
            <a:off x="8829157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Moon 293"/>
          <p:cNvSpPr/>
          <p:nvPr userDrawn="1"/>
        </p:nvSpPr>
        <p:spPr>
          <a:xfrm>
            <a:off x="8829157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ectangle 294"/>
          <p:cNvSpPr/>
          <p:nvPr userDrawn="1"/>
        </p:nvSpPr>
        <p:spPr>
          <a:xfrm>
            <a:off x="0" y="418951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/>
          <p:cNvSpPr/>
          <p:nvPr userDrawn="1"/>
        </p:nvSpPr>
        <p:spPr>
          <a:xfrm>
            <a:off x="68376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Moon 296"/>
          <p:cNvSpPr/>
          <p:nvPr userDrawn="1"/>
        </p:nvSpPr>
        <p:spPr>
          <a:xfrm>
            <a:off x="68376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Rectangle 297"/>
          <p:cNvSpPr/>
          <p:nvPr userDrawn="1"/>
        </p:nvSpPr>
        <p:spPr>
          <a:xfrm>
            <a:off x="380904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/>
          <p:cNvSpPr/>
          <p:nvPr userDrawn="1"/>
        </p:nvSpPr>
        <p:spPr>
          <a:xfrm>
            <a:off x="449280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Moon 299"/>
          <p:cNvSpPr/>
          <p:nvPr userDrawn="1"/>
        </p:nvSpPr>
        <p:spPr>
          <a:xfrm>
            <a:off x="449280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Rectangle 300"/>
          <p:cNvSpPr/>
          <p:nvPr userDrawn="1"/>
        </p:nvSpPr>
        <p:spPr>
          <a:xfrm>
            <a:off x="8379877" y="418951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Oval 301"/>
          <p:cNvSpPr/>
          <p:nvPr userDrawn="1"/>
        </p:nvSpPr>
        <p:spPr>
          <a:xfrm>
            <a:off x="8448253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Moon 302"/>
          <p:cNvSpPr/>
          <p:nvPr userDrawn="1"/>
        </p:nvSpPr>
        <p:spPr>
          <a:xfrm>
            <a:off x="8448253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/>
          <p:cNvSpPr/>
          <p:nvPr userDrawn="1"/>
        </p:nvSpPr>
        <p:spPr>
          <a:xfrm>
            <a:off x="8760781" y="418951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/>
          <p:cNvSpPr/>
          <p:nvPr userDrawn="1"/>
        </p:nvSpPr>
        <p:spPr>
          <a:xfrm>
            <a:off x="8829157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Moon 305"/>
          <p:cNvSpPr/>
          <p:nvPr userDrawn="1"/>
        </p:nvSpPr>
        <p:spPr>
          <a:xfrm>
            <a:off x="8829157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Rectangle 306"/>
          <p:cNvSpPr/>
          <p:nvPr userDrawn="1"/>
        </p:nvSpPr>
        <p:spPr>
          <a:xfrm>
            <a:off x="0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8" name="Oval 307"/>
          <p:cNvSpPr/>
          <p:nvPr userDrawn="1"/>
        </p:nvSpPr>
        <p:spPr>
          <a:xfrm>
            <a:off x="68376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Moon 308"/>
          <p:cNvSpPr/>
          <p:nvPr userDrawn="1"/>
        </p:nvSpPr>
        <p:spPr>
          <a:xfrm>
            <a:off x="68376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Rectangle 309"/>
          <p:cNvSpPr/>
          <p:nvPr userDrawn="1"/>
        </p:nvSpPr>
        <p:spPr>
          <a:xfrm>
            <a:off x="380904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1" name="Oval 310"/>
          <p:cNvSpPr/>
          <p:nvPr userDrawn="1"/>
        </p:nvSpPr>
        <p:spPr>
          <a:xfrm>
            <a:off x="449280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Moon 311"/>
          <p:cNvSpPr/>
          <p:nvPr userDrawn="1"/>
        </p:nvSpPr>
        <p:spPr>
          <a:xfrm>
            <a:off x="449280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Rectangle 312"/>
          <p:cNvSpPr/>
          <p:nvPr userDrawn="1"/>
        </p:nvSpPr>
        <p:spPr>
          <a:xfrm>
            <a:off x="8379877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4" name="Oval 313"/>
          <p:cNvSpPr/>
          <p:nvPr userDrawn="1"/>
        </p:nvSpPr>
        <p:spPr>
          <a:xfrm>
            <a:off x="8448253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Moon 314"/>
          <p:cNvSpPr/>
          <p:nvPr userDrawn="1"/>
        </p:nvSpPr>
        <p:spPr>
          <a:xfrm>
            <a:off x="8448253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Rectangle 315"/>
          <p:cNvSpPr/>
          <p:nvPr userDrawn="1"/>
        </p:nvSpPr>
        <p:spPr>
          <a:xfrm>
            <a:off x="8760781" y="3808648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/>
          <p:cNvSpPr/>
          <p:nvPr userDrawn="1"/>
        </p:nvSpPr>
        <p:spPr>
          <a:xfrm>
            <a:off x="8829157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Moon 317"/>
          <p:cNvSpPr/>
          <p:nvPr userDrawn="1"/>
        </p:nvSpPr>
        <p:spPr>
          <a:xfrm>
            <a:off x="8829157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Rectangle 318"/>
          <p:cNvSpPr/>
          <p:nvPr userDrawn="1"/>
        </p:nvSpPr>
        <p:spPr>
          <a:xfrm>
            <a:off x="0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/>
          <p:cNvSpPr/>
          <p:nvPr userDrawn="1"/>
        </p:nvSpPr>
        <p:spPr>
          <a:xfrm>
            <a:off x="68376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Moon 320"/>
          <p:cNvSpPr/>
          <p:nvPr userDrawn="1"/>
        </p:nvSpPr>
        <p:spPr>
          <a:xfrm>
            <a:off x="68376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Rectangle 321"/>
          <p:cNvSpPr/>
          <p:nvPr userDrawn="1"/>
        </p:nvSpPr>
        <p:spPr>
          <a:xfrm>
            <a:off x="380904" y="342778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/>
          <p:cNvSpPr/>
          <p:nvPr userDrawn="1"/>
        </p:nvSpPr>
        <p:spPr>
          <a:xfrm>
            <a:off x="449280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Moon 323"/>
          <p:cNvSpPr/>
          <p:nvPr userDrawn="1"/>
        </p:nvSpPr>
        <p:spPr>
          <a:xfrm>
            <a:off x="449280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Rectangle 324"/>
          <p:cNvSpPr/>
          <p:nvPr userDrawn="1"/>
        </p:nvSpPr>
        <p:spPr>
          <a:xfrm>
            <a:off x="8379877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/>
          <p:cNvSpPr/>
          <p:nvPr userDrawn="1"/>
        </p:nvSpPr>
        <p:spPr>
          <a:xfrm>
            <a:off x="8448253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Moon 326"/>
          <p:cNvSpPr/>
          <p:nvPr userDrawn="1"/>
        </p:nvSpPr>
        <p:spPr>
          <a:xfrm>
            <a:off x="8448253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Rectangle 327"/>
          <p:cNvSpPr/>
          <p:nvPr userDrawn="1"/>
        </p:nvSpPr>
        <p:spPr>
          <a:xfrm>
            <a:off x="8760781" y="342778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Oval 328"/>
          <p:cNvSpPr/>
          <p:nvPr userDrawn="1"/>
        </p:nvSpPr>
        <p:spPr>
          <a:xfrm>
            <a:off x="8829157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Moon 329"/>
          <p:cNvSpPr/>
          <p:nvPr userDrawn="1"/>
        </p:nvSpPr>
        <p:spPr>
          <a:xfrm>
            <a:off x="8829157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Rectangle 330"/>
          <p:cNvSpPr/>
          <p:nvPr userDrawn="1"/>
        </p:nvSpPr>
        <p:spPr>
          <a:xfrm>
            <a:off x="0" y="304691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/>
          <p:cNvSpPr/>
          <p:nvPr userDrawn="1"/>
        </p:nvSpPr>
        <p:spPr>
          <a:xfrm>
            <a:off x="68376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Moon 332"/>
          <p:cNvSpPr/>
          <p:nvPr userDrawn="1"/>
        </p:nvSpPr>
        <p:spPr>
          <a:xfrm>
            <a:off x="68376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Rectangle 333"/>
          <p:cNvSpPr/>
          <p:nvPr userDrawn="1"/>
        </p:nvSpPr>
        <p:spPr>
          <a:xfrm>
            <a:off x="380904" y="3046918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/>
          <p:cNvSpPr/>
          <p:nvPr userDrawn="1"/>
        </p:nvSpPr>
        <p:spPr>
          <a:xfrm>
            <a:off x="449280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Moon 335"/>
          <p:cNvSpPr/>
          <p:nvPr userDrawn="1"/>
        </p:nvSpPr>
        <p:spPr>
          <a:xfrm>
            <a:off x="449280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Rectangle 336"/>
          <p:cNvSpPr/>
          <p:nvPr userDrawn="1"/>
        </p:nvSpPr>
        <p:spPr>
          <a:xfrm>
            <a:off x="8379877" y="304691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8" name="Oval 337"/>
          <p:cNvSpPr/>
          <p:nvPr userDrawn="1"/>
        </p:nvSpPr>
        <p:spPr>
          <a:xfrm>
            <a:off x="8448253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Moon 338"/>
          <p:cNvSpPr/>
          <p:nvPr userDrawn="1"/>
        </p:nvSpPr>
        <p:spPr>
          <a:xfrm>
            <a:off x="8448253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Rectangle 339"/>
          <p:cNvSpPr/>
          <p:nvPr userDrawn="1"/>
        </p:nvSpPr>
        <p:spPr>
          <a:xfrm>
            <a:off x="8760781" y="304691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1" name="Oval 340"/>
          <p:cNvSpPr/>
          <p:nvPr userDrawn="1"/>
        </p:nvSpPr>
        <p:spPr>
          <a:xfrm>
            <a:off x="8829157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Moon 341"/>
          <p:cNvSpPr/>
          <p:nvPr userDrawn="1"/>
        </p:nvSpPr>
        <p:spPr>
          <a:xfrm>
            <a:off x="8829157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Rectangle 342"/>
          <p:cNvSpPr/>
          <p:nvPr userDrawn="1"/>
        </p:nvSpPr>
        <p:spPr>
          <a:xfrm>
            <a:off x="0" y="266605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/>
          <p:cNvSpPr/>
          <p:nvPr userDrawn="1"/>
        </p:nvSpPr>
        <p:spPr>
          <a:xfrm>
            <a:off x="68376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Moon 344"/>
          <p:cNvSpPr/>
          <p:nvPr userDrawn="1"/>
        </p:nvSpPr>
        <p:spPr>
          <a:xfrm>
            <a:off x="68376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Rectangle 345"/>
          <p:cNvSpPr/>
          <p:nvPr userDrawn="1"/>
        </p:nvSpPr>
        <p:spPr>
          <a:xfrm>
            <a:off x="380904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7" name="Oval 346"/>
          <p:cNvSpPr/>
          <p:nvPr userDrawn="1"/>
        </p:nvSpPr>
        <p:spPr>
          <a:xfrm>
            <a:off x="449280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Moon 347"/>
          <p:cNvSpPr/>
          <p:nvPr userDrawn="1"/>
        </p:nvSpPr>
        <p:spPr>
          <a:xfrm>
            <a:off x="449280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Rectangle 348"/>
          <p:cNvSpPr/>
          <p:nvPr userDrawn="1"/>
        </p:nvSpPr>
        <p:spPr>
          <a:xfrm>
            <a:off x="8379877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0" name="Oval 349"/>
          <p:cNvSpPr/>
          <p:nvPr userDrawn="1"/>
        </p:nvSpPr>
        <p:spPr>
          <a:xfrm>
            <a:off x="8448253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Moon 350"/>
          <p:cNvSpPr/>
          <p:nvPr userDrawn="1"/>
        </p:nvSpPr>
        <p:spPr>
          <a:xfrm>
            <a:off x="8448253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Rectangle 351"/>
          <p:cNvSpPr/>
          <p:nvPr userDrawn="1"/>
        </p:nvSpPr>
        <p:spPr>
          <a:xfrm>
            <a:off x="8760781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3" name="Oval 352"/>
          <p:cNvSpPr/>
          <p:nvPr userDrawn="1"/>
        </p:nvSpPr>
        <p:spPr>
          <a:xfrm>
            <a:off x="8829157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Moon 353"/>
          <p:cNvSpPr/>
          <p:nvPr userDrawn="1"/>
        </p:nvSpPr>
        <p:spPr>
          <a:xfrm>
            <a:off x="8829157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Rectangle 354"/>
          <p:cNvSpPr/>
          <p:nvPr userDrawn="1"/>
        </p:nvSpPr>
        <p:spPr>
          <a:xfrm>
            <a:off x="0" y="228518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Oval 355"/>
          <p:cNvSpPr/>
          <p:nvPr userDrawn="1"/>
        </p:nvSpPr>
        <p:spPr>
          <a:xfrm>
            <a:off x="68376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Moon 356"/>
          <p:cNvSpPr/>
          <p:nvPr userDrawn="1"/>
        </p:nvSpPr>
        <p:spPr>
          <a:xfrm>
            <a:off x="68376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Rectangle 357"/>
          <p:cNvSpPr/>
          <p:nvPr userDrawn="1"/>
        </p:nvSpPr>
        <p:spPr>
          <a:xfrm>
            <a:off x="380904" y="228518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Oval 358"/>
          <p:cNvSpPr/>
          <p:nvPr userDrawn="1"/>
        </p:nvSpPr>
        <p:spPr>
          <a:xfrm>
            <a:off x="449280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" name="Moon 359"/>
          <p:cNvSpPr/>
          <p:nvPr userDrawn="1"/>
        </p:nvSpPr>
        <p:spPr>
          <a:xfrm>
            <a:off x="449280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Rectangle 360"/>
          <p:cNvSpPr/>
          <p:nvPr userDrawn="1"/>
        </p:nvSpPr>
        <p:spPr>
          <a:xfrm>
            <a:off x="8379877" y="228518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2" name="Oval 361"/>
          <p:cNvSpPr/>
          <p:nvPr userDrawn="1"/>
        </p:nvSpPr>
        <p:spPr>
          <a:xfrm>
            <a:off x="8448253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Moon 362"/>
          <p:cNvSpPr/>
          <p:nvPr userDrawn="1"/>
        </p:nvSpPr>
        <p:spPr>
          <a:xfrm>
            <a:off x="8448253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Rectangle 363"/>
          <p:cNvSpPr/>
          <p:nvPr userDrawn="1"/>
        </p:nvSpPr>
        <p:spPr>
          <a:xfrm>
            <a:off x="8760781" y="228518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5" name="Oval 364"/>
          <p:cNvSpPr/>
          <p:nvPr userDrawn="1"/>
        </p:nvSpPr>
        <p:spPr>
          <a:xfrm>
            <a:off x="8829157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Moon 365"/>
          <p:cNvSpPr/>
          <p:nvPr userDrawn="1"/>
        </p:nvSpPr>
        <p:spPr>
          <a:xfrm>
            <a:off x="8829157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Rectangle 366"/>
          <p:cNvSpPr/>
          <p:nvPr userDrawn="1"/>
        </p:nvSpPr>
        <p:spPr>
          <a:xfrm>
            <a:off x="0" y="190432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8" name="Oval 367"/>
          <p:cNvSpPr/>
          <p:nvPr userDrawn="1"/>
        </p:nvSpPr>
        <p:spPr>
          <a:xfrm>
            <a:off x="68376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Moon 368"/>
          <p:cNvSpPr/>
          <p:nvPr userDrawn="1"/>
        </p:nvSpPr>
        <p:spPr>
          <a:xfrm>
            <a:off x="68376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Rectangle 369"/>
          <p:cNvSpPr/>
          <p:nvPr userDrawn="1"/>
        </p:nvSpPr>
        <p:spPr>
          <a:xfrm>
            <a:off x="380904" y="190432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Oval 370"/>
          <p:cNvSpPr/>
          <p:nvPr userDrawn="1"/>
        </p:nvSpPr>
        <p:spPr>
          <a:xfrm>
            <a:off x="449280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Moon 371"/>
          <p:cNvSpPr/>
          <p:nvPr userDrawn="1"/>
        </p:nvSpPr>
        <p:spPr>
          <a:xfrm>
            <a:off x="449280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Rectangle 372"/>
          <p:cNvSpPr/>
          <p:nvPr userDrawn="1"/>
        </p:nvSpPr>
        <p:spPr>
          <a:xfrm>
            <a:off x="8379877" y="190432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Oval 373"/>
          <p:cNvSpPr/>
          <p:nvPr userDrawn="1"/>
        </p:nvSpPr>
        <p:spPr>
          <a:xfrm>
            <a:off x="8448253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Moon 374"/>
          <p:cNvSpPr/>
          <p:nvPr userDrawn="1"/>
        </p:nvSpPr>
        <p:spPr>
          <a:xfrm>
            <a:off x="8448253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Rectangle 375"/>
          <p:cNvSpPr/>
          <p:nvPr userDrawn="1"/>
        </p:nvSpPr>
        <p:spPr>
          <a:xfrm>
            <a:off x="8760781" y="190432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7" name="Oval 376"/>
          <p:cNvSpPr/>
          <p:nvPr userDrawn="1"/>
        </p:nvSpPr>
        <p:spPr>
          <a:xfrm>
            <a:off x="8829157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Moon 377"/>
          <p:cNvSpPr/>
          <p:nvPr userDrawn="1"/>
        </p:nvSpPr>
        <p:spPr>
          <a:xfrm>
            <a:off x="8829157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Rectangle 378"/>
          <p:cNvSpPr/>
          <p:nvPr userDrawn="1"/>
        </p:nvSpPr>
        <p:spPr>
          <a:xfrm>
            <a:off x="0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0" name="Oval 379"/>
          <p:cNvSpPr/>
          <p:nvPr userDrawn="1"/>
        </p:nvSpPr>
        <p:spPr>
          <a:xfrm>
            <a:off x="68376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1" name="Moon 380"/>
          <p:cNvSpPr/>
          <p:nvPr userDrawn="1"/>
        </p:nvSpPr>
        <p:spPr>
          <a:xfrm>
            <a:off x="68376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Rectangle 381"/>
          <p:cNvSpPr/>
          <p:nvPr userDrawn="1"/>
        </p:nvSpPr>
        <p:spPr>
          <a:xfrm>
            <a:off x="380904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3" name="Oval 382"/>
          <p:cNvSpPr/>
          <p:nvPr userDrawn="1"/>
        </p:nvSpPr>
        <p:spPr>
          <a:xfrm>
            <a:off x="449280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Moon 383"/>
          <p:cNvSpPr/>
          <p:nvPr userDrawn="1"/>
        </p:nvSpPr>
        <p:spPr>
          <a:xfrm>
            <a:off x="44928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Rectangle 384"/>
          <p:cNvSpPr/>
          <p:nvPr userDrawn="1"/>
        </p:nvSpPr>
        <p:spPr>
          <a:xfrm>
            <a:off x="8379877" y="1523459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6" name="Oval 385"/>
          <p:cNvSpPr/>
          <p:nvPr userDrawn="1"/>
        </p:nvSpPr>
        <p:spPr>
          <a:xfrm>
            <a:off x="8448253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7" name="Moon 386"/>
          <p:cNvSpPr/>
          <p:nvPr userDrawn="1"/>
        </p:nvSpPr>
        <p:spPr>
          <a:xfrm>
            <a:off x="8448253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ectangle 387"/>
          <p:cNvSpPr/>
          <p:nvPr userDrawn="1"/>
        </p:nvSpPr>
        <p:spPr>
          <a:xfrm>
            <a:off x="8760781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Oval 388"/>
          <p:cNvSpPr/>
          <p:nvPr userDrawn="1"/>
        </p:nvSpPr>
        <p:spPr>
          <a:xfrm>
            <a:off x="8829157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Moon 389"/>
          <p:cNvSpPr/>
          <p:nvPr userDrawn="1"/>
        </p:nvSpPr>
        <p:spPr>
          <a:xfrm>
            <a:off x="8829157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1" name="Rectangle 390"/>
          <p:cNvSpPr/>
          <p:nvPr userDrawn="1"/>
        </p:nvSpPr>
        <p:spPr>
          <a:xfrm>
            <a:off x="0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2" name="Oval 391"/>
          <p:cNvSpPr/>
          <p:nvPr userDrawn="1"/>
        </p:nvSpPr>
        <p:spPr>
          <a:xfrm>
            <a:off x="68376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Moon 392"/>
          <p:cNvSpPr/>
          <p:nvPr userDrawn="1"/>
        </p:nvSpPr>
        <p:spPr>
          <a:xfrm>
            <a:off x="6837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" name="Rectangle 393"/>
          <p:cNvSpPr/>
          <p:nvPr userDrawn="1"/>
        </p:nvSpPr>
        <p:spPr>
          <a:xfrm>
            <a:off x="380904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5" name="Oval 394"/>
          <p:cNvSpPr/>
          <p:nvPr userDrawn="1"/>
        </p:nvSpPr>
        <p:spPr>
          <a:xfrm>
            <a:off x="449280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6" name="Moon 395"/>
          <p:cNvSpPr/>
          <p:nvPr userDrawn="1"/>
        </p:nvSpPr>
        <p:spPr>
          <a:xfrm>
            <a:off x="44928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Rectangle 396"/>
          <p:cNvSpPr/>
          <p:nvPr userDrawn="1"/>
        </p:nvSpPr>
        <p:spPr>
          <a:xfrm>
            <a:off x="8379877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8" name="Oval 397"/>
          <p:cNvSpPr/>
          <p:nvPr userDrawn="1"/>
        </p:nvSpPr>
        <p:spPr>
          <a:xfrm>
            <a:off x="8448253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Moon 398"/>
          <p:cNvSpPr/>
          <p:nvPr userDrawn="1"/>
        </p:nvSpPr>
        <p:spPr>
          <a:xfrm>
            <a:off x="844825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Rectangle 399"/>
          <p:cNvSpPr/>
          <p:nvPr userDrawn="1"/>
        </p:nvSpPr>
        <p:spPr>
          <a:xfrm>
            <a:off x="8760781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Oval 400"/>
          <p:cNvSpPr/>
          <p:nvPr userDrawn="1"/>
        </p:nvSpPr>
        <p:spPr>
          <a:xfrm>
            <a:off x="8829157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Moon 401"/>
          <p:cNvSpPr/>
          <p:nvPr userDrawn="1"/>
        </p:nvSpPr>
        <p:spPr>
          <a:xfrm>
            <a:off x="882915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Rectangle 402"/>
          <p:cNvSpPr/>
          <p:nvPr userDrawn="1"/>
        </p:nvSpPr>
        <p:spPr>
          <a:xfrm>
            <a:off x="0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4" name="Oval 403"/>
          <p:cNvSpPr/>
          <p:nvPr userDrawn="1"/>
        </p:nvSpPr>
        <p:spPr>
          <a:xfrm>
            <a:off x="68376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Moon 404"/>
          <p:cNvSpPr/>
          <p:nvPr userDrawn="1"/>
        </p:nvSpPr>
        <p:spPr>
          <a:xfrm>
            <a:off x="6837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Rectangle 405"/>
          <p:cNvSpPr/>
          <p:nvPr userDrawn="1"/>
        </p:nvSpPr>
        <p:spPr>
          <a:xfrm>
            <a:off x="380904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7" name="Oval 406"/>
          <p:cNvSpPr/>
          <p:nvPr userDrawn="1"/>
        </p:nvSpPr>
        <p:spPr>
          <a:xfrm>
            <a:off x="449280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Moon 407"/>
          <p:cNvSpPr/>
          <p:nvPr userDrawn="1"/>
        </p:nvSpPr>
        <p:spPr>
          <a:xfrm>
            <a:off x="449280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Rectangle 408"/>
          <p:cNvSpPr/>
          <p:nvPr userDrawn="1"/>
        </p:nvSpPr>
        <p:spPr>
          <a:xfrm>
            <a:off x="8379877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Oval 409"/>
          <p:cNvSpPr/>
          <p:nvPr userDrawn="1"/>
        </p:nvSpPr>
        <p:spPr>
          <a:xfrm>
            <a:off x="8448253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" name="Moon 410"/>
          <p:cNvSpPr/>
          <p:nvPr userDrawn="1"/>
        </p:nvSpPr>
        <p:spPr>
          <a:xfrm>
            <a:off x="8448253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Rectangle 411"/>
          <p:cNvSpPr/>
          <p:nvPr userDrawn="1"/>
        </p:nvSpPr>
        <p:spPr>
          <a:xfrm>
            <a:off x="8760781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Oval 412"/>
          <p:cNvSpPr/>
          <p:nvPr userDrawn="1"/>
        </p:nvSpPr>
        <p:spPr>
          <a:xfrm>
            <a:off x="8829157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Moon 413"/>
          <p:cNvSpPr/>
          <p:nvPr userDrawn="1"/>
        </p:nvSpPr>
        <p:spPr>
          <a:xfrm>
            <a:off x="882915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Rectangle 414"/>
          <p:cNvSpPr/>
          <p:nvPr userDrawn="1"/>
        </p:nvSpPr>
        <p:spPr>
          <a:xfrm>
            <a:off x="0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Oval 415"/>
          <p:cNvSpPr/>
          <p:nvPr userDrawn="1"/>
        </p:nvSpPr>
        <p:spPr>
          <a:xfrm>
            <a:off x="6837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Moon 416"/>
          <p:cNvSpPr/>
          <p:nvPr userDrawn="1"/>
        </p:nvSpPr>
        <p:spPr>
          <a:xfrm>
            <a:off x="6837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Rectangle 417"/>
          <p:cNvSpPr/>
          <p:nvPr userDrawn="1"/>
        </p:nvSpPr>
        <p:spPr>
          <a:xfrm>
            <a:off x="380904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" name="Oval 418"/>
          <p:cNvSpPr/>
          <p:nvPr userDrawn="1"/>
        </p:nvSpPr>
        <p:spPr>
          <a:xfrm>
            <a:off x="449280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Moon 419"/>
          <p:cNvSpPr/>
          <p:nvPr userDrawn="1"/>
        </p:nvSpPr>
        <p:spPr>
          <a:xfrm>
            <a:off x="44928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Rectangle 420"/>
          <p:cNvSpPr/>
          <p:nvPr userDrawn="1"/>
        </p:nvSpPr>
        <p:spPr>
          <a:xfrm>
            <a:off x="8379877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Oval 421"/>
          <p:cNvSpPr/>
          <p:nvPr userDrawn="1"/>
        </p:nvSpPr>
        <p:spPr>
          <a:xfrm>
            <a:off x="8448253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3" name="Moon 422"/>
          <p:cNvSpPr/>
          <p:nvPr userDrawn="1"/>
        </p:nvSpPr>
        <p:spPr>
          <a:xfrm>
            <a:off x="844825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Rectangle 423"/>
          <p:cNvSpPr/>
          <p:nvPr userDrawn="1"/>
        </p:nvSpPr>
        <p:spPr>
          <a:xfrm>
            <a:off x="8760781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" name="Oval 424"/>
          <p:cNvSpPr/>
          <p:nvPr userDrawn="1"/>
        </p:nvSpPr>
        <p:spPr>
          <a:xfrm>
            <a:off x="8829157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6" name="Moon 425"/>
          <p:cNvSpPr/>
          <p:nvPr userDrawn="1"/>
        </p:nvSpPr>
        <p:spPr>
          <a:xfrm>
            <a:off x="882915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7" name="Rectangle 426"/>
          <p:cNvSpPr/>
          <p:nvPr userDrawn="1"/>
        </p:nvSpPr>
        <p:spPr>
          <a:xfrm>
            <a:off x="0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8" name="Oval 427"/>
          <p:cNvSpPr/>
          <p:nvPr userDrawn="1"/>
        </p:nvSpPr>
        <p:spPr>
          <a:xfrm>
            <a:off x="6837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9" name="Moon 428"/>
          <p:cNvSpPr/>
          <p:nvPr userDrawn="1"/>
        </p:nvSpPr>
        <p:spPr>
          <a:xfrm>
            <a:off x="6837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" name="Rectangle 429"/>
          <p:cNvSpPr/>
          <p:nvPr userDrawn="1"/>
        </p:nvSpPr>
        <p:spPr>
          <a:xfrm>
            <a:off x="380904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1" name="Oval 430"/>
          <p:cNvSpPr/>
          <p:nvPr userDrawn="1"/>
        </p:nvSpPr>
        <p:spPr>
          <a:xfrm>
            <a:off x="44928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2" name="Moon 431"/>
          <p:cNvSpPr/>
          <p:nvPr userDrawn="1"/>
        </p:nvSpPr>
        <p:spPr>
          <a:xfrm>
            <a:off x="44928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Rectangle 432"/>
          <p:cNvSpPr/>
          <p:nvPr userDrawn="1"/>
        </p:nvSpPr>
        <p:spPr>
          <a:xfrm>
            <a:off x="8379877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4" name="Oval 433"/>
          <p:cNvSpPr/>
          <p:nvPr userDrawn="1"/>
        </p:nvSpPr>
        <p:spPr>
          <a:xfrm>
            <a:off x="844825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Moon 434"/>
          <p:cNvSpPr/>
          <p:nvPr userDrawn="1"/>
        </p:nvSpPr>
        <p:spPr>
          <a:xfrm>
            <a:off x="844825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6" name="Rectangle 435"/>
          <p:cNvSpPr/>
          <p:nvPr userDrawn="1"/>
        </p:nvSpPr>
        <p:spPr>
          <a:xfrm>
            <a:off x="8760781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Oval 436"/>
          <p:cNvSpPr/>
          <p:nvPr userDrawn="1"/>
        </p:nvSpPr>
        <p:spPr>
          <a:xfrm>
            <a:off x="882915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Moon 437"/>
          <p:cNvSpPr/>
          <p:nvPr userDrawn="1"/>
        </p:nvSpPr>
        <p:spPr>
          <a:xfrm>
            <a:off x="882915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1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GO - Title and Content 2">
    <p:bg>
      <p:bgPr>
        <a:gradFill>
          <a:gsLst>
            <a:gs pos="47000">
              <a:schemeClr val="accent3">
                <a:lumMod val="5000"/>
                <a:lumOff val="95000"/>
              </a:schemeClr>
            </a:gs>
            <a:gs pos="83000">
              <a:schemeClr val="accent3">
                <a:lumMod val="45000"/>
                <a:lumOff val="5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27134"/>
            <a:ext cx="7886700" cy="1163555"/>
          </a:xfrm>
        </p:spPr>
        <p:txBody>
          <a:bodyPr>
            <a:normAutofit/>
          </a:bodyPr>
          <a:lstStyle>
            <a:lvl1pPr>
              <a:defRPr sz="5400" b="0"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956144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2133" y="5994401"/>
            <a:ext cx="2057400" cy="365125"/>
          </a:xfrm>
        </p:spPr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5994401"/>
            <a:ext cx="3086100" cy="365125"/>
          </a:xfrm>
        </p:spPr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4467" y="5994401"/>
            <a:ext cx="2057400" cy="365125"/>
          </a:xfrm>
        </p:spPr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  <p:sp>
        <p:nvSpPr>
          <p:cNvPr id="967" name="Rectangle 966"/>
          <p:cNvSpPr/>
          <p:nvPr userDrawn="1"/>
        </p:nvSpPr>
        <p:spPr>
          <a:xfrm>
            <a:off x="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" name="Oval 967"/>
          <p:cNvSpPr/>
          <p:nvPr userDrawn="1"/>
        </p:nvSpPr>
        <p:spPr>
          <a:xfrm>
            <a:off x="6837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" name="Moon 968"/>
          <p:cNvSpPr/>
          <p:nvPr userDrawn="1"/>
        </p:nvSpPr>
        <p:spPr>
          <a:xfrm>
            <a:off x="6837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0" name="Rectangle 969"/>
          <p:cNvSpPr/>
          <p:nvPr userDrawn="1"/>
        </p:nvSpPr>
        <p:spPr>
          <a:xfrm>
            <a:off x="380904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1" name="Oval 970"/>
          <p:cNvSpPr/>
          <p:nvPr userDrawn="1"/>
        </p:nvSpPr>
        <p:spPr>
          <a:xfrm>
            <a:off x="44928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2" name="Moon 971"/>
          <p:cNvSpPr/>
          <p:nvPr userDrawn="1"/>
        </p:nvSpPr>
        <p:spPr>
          <a:xfrm>
            <a:off x="44928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3" name="Rectangle 972"/>
          <p:cNvSpPr/>
          <p:nvPr userDrawn="1"/>
        </p:nvSpPr>
        <p:spPr>
          <a:xfrm>
            <a:off x="76180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4" name="Oval 973"/>
          <p:cNvSpPr/>
          <p:nvPr userDrawn="1"/>
        </p:nvSpPr>
        <p:spPr>
          <a:xfrm>
            <a:off x="83018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5" name="Moon 974"/>
          <p:cNvSpPr/>
          <p:nvPr userDrawn="1"/>
        </p:nvSpPr>
        <p:spPr>
          <a:xfrm>
            <a:off x="83018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6" name="Rectangle 975"/>
          <p:cNvSpPr/>
          <p:nvPr userDrawn="1"/>
        </p:nvSpPr>
        <p:spPr>
          <a:xfrm>
            <a:off x="114271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7" name="Oval 976"/>
          <p:cNvSpPr/>
          <p:nvPr userDrawn="1"/>
        </p:nvSpPr>
        <p:spPr>
          <a:xfrm>
            <a:off x="121108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8" name="Moon 977"/>
          <p:cNvSpPr/>
          <p:nvPr userDrawn="1"/>
        </p:nvSpPr>
        <p:spPr>
          <a:xfrm>
            <a:off x="121108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" name="Rectangle 978"/>
          <p:cNvSpPr/>
          <p:nvPr userDrawn="1"/>
        </p:nvSpPr>
        <p:spPr>
          <a:xfrm>
            <a:off x="1523614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0" name="Oval 979"/>
          <p:cNvSpPr/>
          <p:nvPr userDrawn="1"/>
        </p:nvSpPr>
        <p:spPr>
          <a:xfrm>
            <a:off x="159199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1" name="Moon 980"/>
          <p:cNvSpPr/>
          <p:nvPr userDrawn="1"/>
        </p:nvSpPr>
        <p:spPr>
          <a:xfrm>
            <a:off x="159199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2" name="Rectangle 981"/>
          <p:cNvSpPr/>
          <p:nvPr userDrawn="1"/>
        </p:nvSpPr>
        <p:spPr>
          <a:xfrm>
            <a:off x="1904518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3" name="Oval 982"/>
          <p:cNvSpPr/>
          <p:nvPr userDrawn="1"/>
        </p:nvSpPr>
        <p:spPr>
          <a:xfrm>
            <a:off x="197289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4" name="Moon 983"/>
          <p:cNvSpPr/>
          <p:nvPr userDrawn="1"/>
        </p:nvSpPr>
        <p:spPr>
          <a:xfrm>
            <a:off x="197289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5" name="Rectangle 984"/>
          <p:cNvSpPr/>
          <p:nvPr userDrawn="1"/>
        </p:nvSpPr>
        <p:spPr>
          <a:xfrm>
            <a:off x="228542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6" name="Oval 985"/>
          <p:cNvSpPr/>
          <p:nvPr userDrawn="1"/>
        </p:nvSpPr>
        <p:spPr>
          <a:xfrm>
            <a:off x="235379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7" name="Moon 986"/>
          <p:cNvSpPr/>
          <p:nvPr userDrawn="1"/>
        </p:nvSpPr>
        <p:spPr>
          <a:xfrm>
            <a:off x="235379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8" name="Rectangle 987"/>
          <p:cNvSpPr/>
          <p:nvPr userDrawn="1"/>
        </p:nvSpPr>
        <p:spPr>
          <a:xfrm>
            <a:off x="2666325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9" name="Oval 988"/>
          <p:cNvSpPr/>
          <p:nvPr userDrawn="1"/>
        </p:nvSpPr>
        <p:spPr>
          <a:xfrm>
            <a:off x="273470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0" name="Moon 989"/>
          <p:cNvSpPr/>
          <p:nvPr userDrawn="1"/>
        </p:nvSpPr>
        <p:spPr>
          <a:xfrm>
            <a:off x="273470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1" name="Rectangle 990"/>
          <p:cNvSpPr/>
          <p:nvPr userDrawn="1"/>
        </p:nvSpPr>
        <p:spPr>
          <a:xfrm>
            <a:off x="3047228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92" name="Oval 991"/>
          <p:cNvSpPr/>
          <p:nvPr userDrawn="1"/>
        </p:nvSpPr>
        <p:spPr>
          <a:xfrm>
            <a:off x="311560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3" name="Moon 992"/>
          <p:cNvSpPr/>
          <p:nvPr userDrawn="1"/>
        </p:nvSpPr>
        <p:spPr>
          <a:xfrm>
            <a:off x="311560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4" name="Rectangle 993"/>
          <p:cNvSpPr/>
          <p:nvPr userDrawn="1"/>
        </p:nvSpPr>
        <p:spPr>
          <a:xfrm>
            <a:off x="3428132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5" name="Oval 994"/>
          <p:cNvSpPr/>
          <p:nvPr userDrawn="1"/>
        </p:nvSpPr>
        <p:spPr>
          <a:xfrm>
            <a:off x="349650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6" name="Moon 995"/>
          <p:cNvSpPr/>
          <p:nvPr userDrawn="1"/>
        </p:nvSpPr>
        <p:spPr>
          <a:xfrm>
            <a:off x="349650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7" name="Rectangle 996"/>
          <p:cNvSpPr/>
          <p:nvPr userDrawn="1"/>
        </p:nvSpPr>
        <p:spPr>
          <a:xfrm>
            <a:off x="3809035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8" name="Oval 997"/>
          <p:cNvSpPr/>
          <p:nvPr userDrawn="1"/>
        </p:nvSpPr>
        <p:spPr>
          <a:xfrm>
            <a:off x="387741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9" name="Moon 998"/>
          <p:cNvSpPr/>
          <p:nvPr userDrawn="1"/>
        </p:nvSpPr>
        <p:spPr>
          <a:xfrm>
            <a:off x="387741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" name="Rectangle 999"/>
          <p:cNvSpPr/>
          <p:nvPr userDrawn="1"/>
        </p:nvSpPr>
        <p:spPr>
          <a:xfrm>
            <a:off x="4189939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1" name="Oval 1000"/>
          <p:cNvSpPr/>
          <p:nvPr userDrawn="1"/>
        </p:nvSpPr>
        <p:spPr>
          <a:xfrm>
            <a:off x="425831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2" name="Moon 1001"/>
          <p:cNvSpPr/>
          <p:nvPr userDrawn="1"/>
        </p:nvSpPr>
        <p:spPr>
          <a:xfrm>
            <a:off x="425831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" name="Rectangle 1002"/>
          <p:cNvSpPr/>
          <p:nvPr userDrawn="1"/>
        </p:nvSpPr>
        <p:spPr>
          <a:xfrm>
            <a:off x="4570842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4" name="Oval 1003"/>
          <p:cNvSpPr/>
          <p:nvPr userDrawn="1"/>
        </p:nvSpPr>
        <p:spPr>
          <a:xfrm>
            <a:off x="463921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5" name="Moon 1004"/>
          <p:cNvSpPr/>
          <p:nvPr userDrawn="1"/>
        </p:nvSpPr>
        <p:spPr>
          <a:xfrm>
            <a:off x="463921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6" name="Rectangle 1005"/>
          <p:cNvSpPr/>
          <p:nvPr userDrawn="1"/>
        </p:nvSpPr>
        <p:spPr>
          <a:xfrm>
            <a:off x="4951746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7" name="Oval 1006"/>
          <p:cNvSpPr/>
          <p:nvPr userDrawn="1"/>
        </p:nvSpPr>
        <p:spPr>
          <a:xfrm>
            <a:off x="502012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8" name="Moon 1007"/>
          <p:cNvSpPr/>
          <p:nvPr userDrawn="1"/>
        </p:nvSpPr>
        <p:spPr>
          <a:xfrm>
            <a:off x="502012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" name="Rectangle 1008"/>
          <p:cNvSpPr/>
          <p:nvPr userDrawn="1"/>
        </p:nvSpPr>
        <p:spPr>
          <a:xfrm>
            <a:off x="5332649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10" name="Oval 1009"/>
          <p:cNvSpPr/>
          <p:nvPr userDrawn="1"/>
        </p:nvSpPr>
        <p:spPr>
          <a:xfrm>
            <a:off x="540102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1" name="Moon 1010"/>
          <p:cNvSpPr/>
          <p:nvPr userDrawn="1"/>
        </p:nvSpPr>
        <p:spPr>
          <a:xfrm>
            <a:off x="540102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" name="Rectangle 1011"/>
          <p:cNvSpPr/>
          <p:nvPr userDrawn="1"/>
        </p:nvSpPr>
        <p:spPr>
          <a:xfrm>
            <a:off x="571355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3" name="Oval 1012"/>
          <p:cNvSpPr/>
          <p:nvPr userDrawn="1"/>
        </p:nvSpPr>
        <p:spPr>
          <a:xfrm>
            <a:off x="578192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4" name="Moon 1013"/>
          <p:cNvSpPr/>
          <p:nvPr userDrawn="1"/>
        </p:nvSpPr>
        <p:spPr>
          <a:xfrm>
            <a:off x="578192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5" name="Rectangle 1014"/>
          <p:cNvSpPr/>
          <p:nvPr userDrawn="1"/>
        </p:nvSpPr>
        <p:spPr>
          <a:xfrm>
            <a:off x="6094456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6" name="Oval 1015"/>
          <p:cNvSpPr/>
          <p:nvPr userDrawn="1"/>
        </p:nvSpPr>
        <p:spPr>
          <a:xfrm>
            <a:off x="616283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7" name="Moon 1016"/>
          <p:cNvSpPr/>
          <p:nvPr userDrawn="1"/>
        </p:nvSpPr>
        <p:spPr>
          <a:xfrm>
            <a:off x="616283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" name="Rectangle 1017"/>
          <p:cNvSpPr/>
          <p:nvPr userDrawn="1"/>
        </p:nvSpPr>
        <p:spPr>
          <a:xfrm>
            <a:off x="647536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9" name="Oval 1018"/>
          <p:cNvSpPr/>
          <p:nvPr userDrawn="1"/>
        </p:nvSpPr>
        <p:spPr>
          <a:xfrm>
            <a:off x="654373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0" name="Moon 1019"/>
          <p:cNvSpPr/>
          <p:nvPr userDrawn="1"/>
        </p:nvSpPr>
        <p:spPr>
          <a:xfrm>
            <a:off x="654373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1" name="Rectangle 1020"/>
          <p:cNvSpPr/>
          <p:nvPr userDrawn="1"/>
        </p:nvSpPr>
        <p:spPr>
          <a:xfrm>
            <a:off x="685626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2" name="Oval 1021"/>
          <p:cNvSpPr/>
          <p:nvPr userDrawn="1"/>
        </p:nvSpPr>
        <p:spPr>
          <a:xfrm>
            <a:off x="692463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3" name="Moon 1022"/>
          <p:cNvSpPr/>
          <p:nvPr userDrawn="1"/>
        </p:nvSpPr>
        <p:spPr>
          <a:xfrm>
            <a:off x="692463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Rectangle 1023"/>
          <p:cNvSpPr/>
          <p:nvPr userDrawn="1"/>
        </p:nvSpPr>
        <p:spPr>
          <a:xfrm>
            <a:off x="723716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Oval 1024"/>
          <p:cNvSpPr/>
          <p:nvPr userDrawn="1"/>
        </p:nvSpPr>
        <p:spPr>
          <a:xfrm>
            <a:off x="730554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Moon 1025"/>
          <p:cNvSpPr/>
          <p:nvPr userDrawn="1"/>
        </p:nvSpPr>
        <p:spPr>
          <a:xfrm>
            <a:off x="730554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Rectangle 1026"/>
          <p:cNvSpPr/>
          <p:nvPr userDrawn="1"/>
        </p:nvSpPr>
        <p:spPr>
          <a:xfrm>
            <a:off x="7618070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28" name="Oval 1027"/>
          <p:cNvSpPr/>
          <p:nvPr userDrawn="1"/>
        </p:nvSpPr>
        <p:spPr>
          <a:xfrm>
            <a:off x="768644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Moon 1028"/>
          <p:cNvSpPr/>
          <p:nvPr userDrawn="1"/>
        </p:nvSpPr>
        <p:spPr>
          <a:xfrm>
            <a:off x="768644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1029"/>
          <p:cNvSpPr/>
          <p:nvPr userDrawn="1"/>
        </p:nvSpPr>
        <p:spPr>
          <a:xfrm>
            <a:off x="7998974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1" name="Oval 1030"/>
          <p:cNvSpPr/>
          <p:nvPr userDrawn="1"/>
        </p:nvSpPr>
        <p:spPr>
          <a:xfrm>
            <a:off x="806735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Moon 1031"/>
          <p:cNvSpPr/>
          <p:nvPr userDrawn="1"/>
        </p:nvSpPr>
        <p:spPr>
          <a:xfrm>
            <a:off x="806735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/>
          <p:cNvSpPr/>
          <p:nvPr userDrawn="1"/>
        </p:nvSpPr>
        <p:spPr>
          <a:xfrm>
            <a:off x="8379877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Oval 1033"/>
          <p:cNvSpPr/>
          <p:nvPr userDrawn="1"/>
        </p:nvSpPr>
        <p:spPr>
          <a:xfrm>
            <a:off x="844825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Moon 1034"/>
          <p:cNvSpPr/>
          <p:nvPr userDrawn="1"/>
        </p:nvSpPr>
        <p:spPr>
          <a:xfrm>
            <a:off x="844825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/>
          <p:cNvSpPr/>
          <p:nvPr userDrawn="1"/>
        </p:nvSpPr>
        <p:spPr>
          <a:xfrm>
            <a:off x="8760781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Oval 1036"/>
          <p:cNvSpPr/>
          <p:nvPr userDrawn="1"/>
        </p:nvSpPr>
        <p:spPr>
          <a:xfrm>
            <a:off x="882915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Moon 1037"/>
          <p:cNvSpPr/>
          <p:nvPr userDrawn="1"/>
        </p:nvSpPr>
        <p:spPr>
          <a:xfrm>
            <a:off x="882915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/>
          <p:cNvSpPr/>
          <p:nvPr userDrawn="1"/>
        </p:nvSpPr>
        <p:spPr>
          <a:xfrm>
            <a:off x="0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Oval 1039"/>
          <p:cNvSpPr/>
          <p:nvPr userDrawn="1"/>
        </p:nvSpPr>
        <p:spPr>
          <a:xfrm>
            <a:off x="6837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Moon 1040"/>
          <p:cNvSpPr/>
          <p:nvPr userDrawn="1"/>
        </p:nvSpPr>
        <p:spPr>
          <a:xfrm>
            <a:off x="6837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/>
          <p:cNvSpPr/>
          <p:nvPr userDrawn="1"/>
        </p:nvSpPr>
        <p:spPr>
          <a:xfrm>
            <a:off x="8760781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3" name="Oval 1042"/>
          <p:cNvSpPr/>
          <p:nvPr userDrawn="1"/>
        </p:nvSpPr>
        <p:spPr>
          <a:xfrm>
            <a:off x="882915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Moon 1043"/>
          <p:cNvSpPr/>
          <p:nvPr userDrawn="1"/>
        </p:nvSpPr>
        <p:spPr>
          <a:xfrm>
            <a:off x="882915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/>
          <p:cNvSpPr/>
          <p:nvPr userDrawn="1"/>
        </p:nvSpPr>
        <p:spPr>
          <a:xfrm>
            <a:off x="0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6" name="Oval 1045"/>
          <p:cNvSpPr/>
          <p:nvPr userDrawn="1"/>
        </p:nvSpPr>
        <p:spPr>
          <a:xfrm>
            <a:off x="6837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Moon 1046"/>
          <p:cNvSpPr/>
          <p:nvPr userDrawn="1"/>
        </p:nvSpPr>
        <p:spPr>
          <a:xfrm>
            <a:off x="6837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/>
          <p:cNvSpPr/>
          <p:nvPr userDrawn="1"/>
        </p:nvSpPr>
        <p:spPr>
          <a:xfrm>
            <a:off x="8760781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Oval 1048"/>
          <p:cNvSpPr/>
          <p:nvPr userDrawn="1"/>
        </p:nvSpPr>
        <p:spPr>
          <a:xfrm>
            <a:off x="882915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Moon 1049"/>
          <p:cNvSpPr/>
          <p:nvPr userDrawn="1"/>
        </p:nvSpPr>
        <p:spPr>
          <a:xfrm>
            <a:off x="882915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/>
          <p:cNvSpPr/>
          <p:nvPr userDrawn="1"/>
        </p:nvSpPr>
        <p:spPr>
          <a:xfrm>
            <a:off x="0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Oval 1051"/>
          <p:cNvSpPr/>
          <p:nvPr userDrawn="1"/>
        </p:nvSpPr>
        <p:spPr>
          <a:xfrm>
            <a:off x="6837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Moon 1052"/>
          <p:cNvSpPr/>
          <p:nvPr userDrawn="1"/>
        </p:nvSpPr>
        <p:spPr>
          <a:xfrm>
            <a:off x="6837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3"/>
          <p:cNvSpPr/>
          <p:nvPr userDrawn="1"/>
        </p:nvSpPr>
        <p:spPr>
          <a:xfrm>
            <a:off x="8760781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Oval 1054"/>
          <p:cNvSpPr/>
          <p:nvPr userDrawn="1"/>
        </p:nvSpPr>
        <p:spPr>
          <a:xfrm>
            <a:off x="882915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Moon 1055"/>
          <p:cNvSpPr/>
          <p:nvPr userDrawn="1"/>
        </p:nvSpPr>
        <p:spPr>
          <a:xfrm>
            <a:off x="882915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/>
          <p:cNvSpPr/>
          <p:nvPr userDrawn="1"/>
        </p:nvSpPr>
        <p:spPr>
          <a:xfrm>
            <a:off x="0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Oval 1057"/>
          <p:cNvSpPr/>
          <p:nvPr userDrawn="1"/>
        </p:nvSpPr>
        <p:spPr>
          <a:xfrm>
            <a:off x="68376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Moon 1058"/>
          <p:cNvSpPr/>
          <p:nvPr userDrawn="1"/>
        </p:nvSpPr>
        <p:spPr>
          <a:xfrm>
            <a:off x="68376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Rectangle 1059"/>
          <p:cNvSpPr/>
          <p:nvPr userDrawn="1"/>
        </p:nvSpPr>
        <p:spPr>
          <a:xfrm>
            <a:off x="8760781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1" name="Oval 1060"/>
          <p:cNvSpPr/>
          <p:nvPr userDrawn="1"/>
        </p:nvSpPr>
        <p:spPr>
          <a:xfrm>
            <a:off x="8829157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2" name="Moon 1061"/>
          <p:cNvSpPr/>
          <p:nvPr userDrawn="1"/>
        </p:nvSpPr>
        <p:spPr>
          <a:xfrm>
            <a:off x="8829157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/>
          <p:cNvSpPr/>
          <p:nvPr userDrawn="1"/>
        </p:nvSpPr>
        <p:spPr>
          <a:xfrm>
            <a:off x="0" y="457037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4" name="Oval 1063"/>
          <p:cNvSpPr/>
          <p:nvPr userDrawn="1"/>
        </p:nvSpPr>
        <p:spPr>
          <a:xfrm>
            <a:off x="68376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5" name="Moon 1064"/>
          <p:cNvSpPr/>
          <p:nvPr userDrawn="1"/>
        </p:nvSpPr>
        <p:spPr>
          <a:xfrm>
            <a:off x="68376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" name="Rectangle 1065"/>
          <p:cNvSpPr/>
          <p:nvPr userDrawn="1"/>
        </p:nvSpPr>
        <p:spPr>
          <a:xfrm>
            <a:off x="8760781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7" name="Oval 1066"/>
          <p:cNvSpPr/>
          <p:nvPr userDrawn="1"/>
        </p:nvSpPr>
        <p:spPr>
          <a:xfrm>
            <a:off x="8829157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8" name="Moon 1067"/>
          <p:cNvSpPr/>
          <p:nvPr userDrawn="1"/>
        </p:nvSpPr>
        <p:spPr>
          <a:xfrm>
            <a:off x="8829157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9" name="Rectangle 1068"/>
          <p:cNvSpPr/>
          <p:nvPr userDrawn="1"/>
        </p:nvSpPr>
        <p:spPr>
          <a:xfrm>
            <a:off x="0" y="418951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0" name="Oval 1069"/>
          <p:cNvSpPr/>
          <p:nvPr userDrawn="1"/>
        </p:nvSpPr>
        <p:spPr>
          <a:xfrm>
            <a:off x="68376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1" name="Moon 1070"/>
          <p:cNvSpPr/>
          <p:nvPr userDrawn="1"/>
        </p:nvSpPr>
        <p:spPr>
          <a:xfrm>
            <a:off x="68376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Rectangle 1071"/>
          <p:cNvSpPr/>
          <p:nvPr userDrawn="1"/>
        </p:nvSpPr>
        <p:spPr>
          <a:xfrm>
            <a:off x="8760781" y="418951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3" name="Oval 1072"/>
          <p:cNvSpPr/>
          <p:nvPr userDrawn="1"/>
        </p:nvSpPr>
        <p:spPr>
          <a:xfrm>
            <a:off x="8829157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4" name="Moon 1073"/>
          <p:cNvSpPr/>
          <p:nvPr userDrawn="1"/>
        </p:nvSpPr>
        <p:spPr>
          <a:xfrm>
            <a:off x="8829157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5" name="Rectangle 1074"/>
          <p:cNvSpPr/>
          <p:nvPr userDrawn="1"/>
        </p:nvSpPr>
        <p:spPr>
          <a:xfrm>
            <a:off x="0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76" name="Oval 1075"/>
          <p:cNvSpPr/>
          <p:nvPr userDrawn="1"/>
        </p:nvSpPr>
        <p:spPr>
          <a:xfrm>
            <a:off x="68376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7" name="Moon 1076"/>
          <p:cNvSpPr/>
          <p:nvPr userDrawn="1"/>
        </p:nvSpPr>
        <p:spPr>
          <a:xfrm>
            <a:off x="68376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8" name="Rectangle 1077"/>
          <p:cNvSpPr/>
          <p:nvPr userDrawn="1"/>
        </p:nvSpPr>
        <p:spPr>
          <a:xfrm>
            <a:off x="8760781" y="3808648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9" name="Oval 1078"/>
          <p:cNvSpPr/>
          <p:nvPr userDrawn="1"/>
        </p:nvSpPr>
        <p:spPr>
          <a:xfrm>
            <a:off x="8829157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" name="Moon 1079"/>
          <p:cNvSpPr/>
          <p:nvPr userDrawn="1"/>
        </p:nvSpPr>
        <p:spPr>
          <a:xfrm>
            <a:off x="8829157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1" name="Rectangle 1080"/>
          <p:cNvSpPr/>
          <p:nvPr userDrawn="1"/>
        </p:nvSpPr>
        <p:spPr>
          <a:xfrm>
            <a:off x="0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2" name="Oval 1081"/>
          <p:cNvSpPr/>
          <p:nvPr userDrawn="1"/>
        </p:nvSpPr>
        <p:spPr>
          <a:xfrm>
            <a:off x="68376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Moon 1082"/>
          <p:cNvSpPr/>
          <p:nvPr userDrawn="1"/>
        </p:nvSpPr>
        <p:spPr>
          <a:xfrm>
            <a:off x="68376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/>
          <p:cNvSpPr/>
          <p:nvPr userDrawn="1"/>
        </p:nvSpPr>
        <p:spPr>
          <a:xfrm>
            <a:off x="8760781" y="342778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Oval 1084"/>
          <p:cNvSpPr/>
          <p:nvPr userDrawn="1"/>
        </p:nvSpPr>
        <p:spPr>
          <a:xfrm>
            <a:off x="8829157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Moon 1085"/>
          <p:cNvSpPr/>
          <p:nvPr userDrawn="1"/>
        </p:nvSpPr>
        <p:spPr>
          <a:xfrm>
            <a:off x="8829157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/>
          <p:cNvSpPr/>
          <p:nvPr userDrawn="1"/>
        </p:nvSpPr>
        <p:spPr>
          <a:xfrm>
            <a:off x="0" y="304691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Oval 1087"/>
          <p:cNvSpPr/>
          <p:nvPr userDrawn="1"/>
        </p:nvSpPr>
        <p:spPr>
          <a:xfrm>
            <a:off x="68376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Moon 1088"/>
          <p:cNvSpPr/>
          <p:nvPr userDrawn="1"/>
        </p:nvSpPr>
        <p:spPr>
          <a:xfrm>
            <a:off x="68376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/>
          <p:cNvSpPr/>
          <p:nvPr userDrawn="1"/>
        </p:nvSpPr>
        <p:spPr>
          <a:xfrm>
            <a:off x="8760781" y="304691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91" name="Oval 1090"/>
          <p:cNvSpPr/>
          <p:nvPr userDrawn="1"/>
        </p:nvSpPr>
        <p:spPr>
          <a:xfrm>
            <a:off x="8829157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Moon 1091"/>
          <p:cNvSpPr/>
          <p:nvPr userDrawn="1"/>
        </p:nvSpPr>
        <p:spPr>
          <a:xfrm>
            <a:off x="8829157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/>
          <p:cNvSpPr/>
          <p:nvPr userDrawn="1"/>
        </p:nvSpPr>
        <p:spPr>
          <a:xfrm>
            <a:off x="0" y="266605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Oval 1093"/>
          <p:cNvSpPr/>
          <p:nvPr userDrawn="1"/>
        </p:nvSpPr>
        <p:spPr>
          <a:xfrm>
            <a:off x="68376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Moon 1094"/>
          <p:cNvSpPr/>
          <p:nvPr userDrawn="1"/>
        </p:nvSpPr>
        <p:spPr>
          <a:xfrm>
            <a:off x="68376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/>
          <p:cNvSpPr/>
          <p:nvPr userDrawn="1"/>
        </p:nvSpPr>
        <p:spPr>
          <a:xfrm>
            <a:off x="8760781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97" name="Oval 1096"/>
          <p:cNvSpPr/>
          <p:nvPr userDrawn="1"/>
        </p:nvSpPr>
        <p:spPr>
          <a:xfrm>
            <a:off x="8829157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Moon 1097"/>
          <p:cNvSpPr/>
          <p:nvPr userDrawn="1"/>
        </p:nvSpPr>
        <p:spPr>
          <a:xfrm>
            <a:off x="8829157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/>
          <p:cNvSpPr/>
          <p:nvPr userDrawn="1"/>
        </p:nvSpPr>
        <p:spPr>
          <a:xfrm>
            <a:off x="0" y="228518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Oval 1099"/>
          <p:cNvSpPr/>
          <p:nvPr userDrawn="1"/>
        </p:nvSpPr>
        <p:spPr>
          <a:xfrm>
            <a:off x="68376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Moon 1100"/>
          <p:cNvSpPr/>
          <p:nvPr userDrawn="1"/>
        </p:nvSpPr>
        <p:spPr>
          <a:xfrm>
            <a:off x="68376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/>
          <p:cNvSpPr/>
          <p:nvPr userDrawn="1"/>
        </p:nvSpPr>
        <p:spPr>
          <a:xfrm>
            <a:off x="8760781" y="228518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03" name="Oval 1102"/>
          <p:cNvSpPr/>
          <p:nvPr userDrawn="1"/>
        </p:nvSpPr>
        <p:spPr>
          <a:xfrm>
            <a:off x="8829157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Moon 1103"/>
          <p:cNvSpPr/>
          <p:nvPr userDrawn="1"/>
        </p:nvSpPr>
        <p:spPr>
          <a:xfrm>
            <a:off x="8829157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/>
          <p:cNvSpPr/>
          <p:nvPr userDrawn="1"/>
        </p:nvSpPr>
        <p:spPr>
          <a:xfrm>
            <a:off x="0" y="190432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06" name="Oval 1105"/>
          <p:cNvSpPr/>
          <p:nvPr userDrawn="1"/>
        </p:nvSpPr>
        <p:spPr>
          <a:xfrm>
            <a:off x="68376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Moon 1106"/>
          <p:cNvSpPr/>
          <p:nvPr userDrawn="1"/>
        </p:nvSpPr>
        <p:spPr>
          <a:xfrm>
            <a:off x="68376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Rectangle 1107"/>
          <p:cNvSpPr/>
          <p:nvPr userDrawn="1"/>
        </p:nvSpPr>
        <p:spPr>
          <a:xfrm>
            <a:off x="8760781" y="190432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9" name="Oval 1108"/>
          <p:cNvSpPr/>
          <p:nvPr userDrawn="1"/>
        </p:nvSpPr>
        <p:spPr>
          <a:xfrm>
            <a:off x="8829157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0" name="Moon 1109"/>
          <p:cNvSpPr/>
          <p:nvPr userDrawn="1"/>
        </p:nvSpPr>
        <p:spPr>
          <a:xfrm>
            <a:off x="8829157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" name="Rectangle 1110"/>
          <p:cNvSpPr/>
          <p:nvPr userDrawn="1"/>
        </p:nvSpPr>
        <p:spPr>
          <a:xfrm>
            <a:off x="0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12" name="Oval 1111"/>
          <p:cNvSpPr/>
          <p:nvPr userDrawn="1"/>
        </p:nvSpPr>
        <p:spPr>
          <a:xfrm>
            <a:off x="68376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3" name="Moon 1112"/>
          <p:cNvSpPr/>
          <p:nvPr userDrawn="1"/>
        </p:nvSpPr>
        <p:spPr>
          <a:xfrm>
            <a:off x="68376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4" name="Rectangle 1113"/>
          <p:cNvSpPr/>
          <p:nvPr userDrawn="1"/>
        </p:nvSpPr>
        <p:spPr>
          <a:xfrm>
            <a:off x="8760781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5" name="Oval 1114"/>
          <p:cNvSpPr/>
          <p:nvPr userDrawn="1"/>
        </p:nvSpPr>
        <p:spPr>
          <a:xfrm>
            <a:off x="8829157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" name="Moon 1115"/>
          <p:cNvSpPr/>
          <p:nvPr userDrawn="1"/>
        </p:nvSpPr>
        <p:spPr>
          <a:xfrm>
            <a:off x="8829157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" name="Rectangle 1116"/>
          <p:cNvSpPr/>
          <p:nvPr userDrawn="1"/>
        </p:nvSpPr>
        <p:spPr>
          <a:xfrm>
            <a:off x="0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18" name="Oval 1117"/>
          <p:cNvSpPr/>
          <p:nvPr userDrawn="1"/>
        </p:nvSpPr>
        <p:spPr>
          <a:xfrm>
            <a:off x="68376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Moon 1118"/>
          <p:cNvSpPr/>
          <p:nvPr userDrawn="1"/>
        </p:nvSpPr>
        <p:spPr>
          <a:xfrm>
            <a:off x="6837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/>
          <p:cNvSpPr/>
          <p:nvPr userDrawn="1"/>
        </p:nvSpPr>
        <p:spPr>
          <a:xfrm>
            <a:off x="8760781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Oval 1120"/>
          <p:cNvSpPr/>
          <p:nvPr userDrawn="1"/>
        </p:nvSpPr>
        <p:spPr>
          <a:xfrm>
            <a:off x="8829157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Moon 1121"/>
          <p:cNvSpPr/>
          <p:nvPr userDrawn="1"/>
        </p:nvSpPr>
        <p:spPr>
          <a:xfrm>
            <a:off x="882915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/>
          <p:cNvSpPr/>
          <p:nvPr userDrawn="1"/>
        </p:nvSpPr>
        <p:spPr>
          <a:xfrm>
            <a:off x="0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24" name="Oval 1123"/>
          <p:cNvSpPr/>
          <p:nvPr userDrawn="1"/>
        </p:nvSpPr>
        <p:spPr>
          <a:xfrm>
            <a:off x="68376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Moon 1124"/>
          <p:cNvSpPr/>
          <p:nvPr userDrawn="1"/>
        </p:nvSpPr>
        <p:spPr>
          <a:xfrm>
            <a:off x="6837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/>
          <p:cNvSpPr/>
          <p:nvPr userDrawn="1"/>
        </p:nvSpPr>
        <p:spPr>
          <a:xfrm>
            <a:off x="8760781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Oval 1126"/>
          <p:cNvSpPr/>
          <p:nvPr userDrawn="1"/>
        </p:nvSpPr>
        <p:spPr>
          <a:xfrm>
            <a:off x="8829157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Moon 1127"/>
          <p:cNvSpPr/>
          <p:nvPr userDrawn="1"/>
        </p:nvSpPr>
        <p:spPr>
          <a:xfrm>
            <a:off x="882915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/>
          <p:cNvSpPr/>
          <p:nvPr userDrawn="1"/>
        </p:nvSpPr>
        <p:spPr>
          <a:xfrm>
            <a:off x="0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Oval 1129"/>
          <p:cNvSpPr/>
          <p:nvPr userDrawn="1"/>
        </p:nvSpPr>
        <p:spPr>
          <a:xfrm>
            <a:off x="6837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Moon 1130"/>
          <p:cNvSpPr/>
          <p:nvPr userDrawn="1"/>
        </p:nvSpPr>
        <p:spPr>
          <a:xfrm>
            <a:off x="6837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/>
          <p:cNvSpPr/>
          <p:nvPr userDrawn="1"/>
        </p:nvSpPr>
        <p:spPr>
          <a:xfrm>
            <a:off x="8760781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Oval 1132"/>
          <p:cNvSpPr/>
          <p:nvPr userDrawn="1"/>
        </p:nvSpPr>
        <p:spPr>
          <a:xfrm>
            <a:off x="8829157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Moon 1133"/>
          <p:cNvSpPr/>
          <p:nvPr userDrawn="1"/>
        </p:nvSpPr>
        <p:spPr>
          <a:xfrm>
            <a:off x="882915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/>
          <p:cNvSpPr/>
          <p:nvPr userDrawn="1"/>
        </p:nvSpPr>
        <p:spPr>
          <a:xfrm>
            <a:off x="0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Oval 1135"/>
          <p:cNvSpPr/>
          <p:nvPr userDrawn="1"/>
        </p:nvSpPr>
        <p:spPr>
          <a:xfrm>
            <a:off x="6837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Moon 1136"/>
          <p:cNvSpPr/>
          <p:nvPr userDrawn="1"/>
        </p:nvSpPr>
        <p:spPr>
          <a:xfrm>
            <a:off x="6837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/>
          <p:cNvSpPr/>
          <p:nvPr userDrawn="1"/>
        </p:nvSpPr>
        <p:spPr>
          <a:xfrm>
            <a:off x="380904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Oval 1138"/>
          <p:cNvSpPr/>
          <p:nvPr userDrawn="1"/>
        </p:nvSpPr>
        <p:spPr>
          <a:xfrm>
            <a:off x="44928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Moon 1139"/>
          <p:cNvSpPr/>
          <p:nvPr userDrawn="1"/>
        </p:nvSpPr>
        <p:spPr>
          <a:xfrm>
            <a:off x="44928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/>
          <p:cNvSpPr/>
          <p:nvPr userDrawn="1"/>
        </p:nvSpPr>
        <p:spPr>
          <a:xfrm>
            <a:off x="761807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Oval 1141"/>
          <p:cNvSpPr/>
          <p:nvPr userDrawn="1"/>
        </p:nvSpPr>
        <p:spPr>
          <a:xfrm>
            <a:off x="83018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Moon 1142"/>
          <p:cNvSpPr/>
          <p:nvPr userDrawn="1"/>
        </p:nvSpPr>
        <p:spPr>
          <a:xfrm>
            <a:off x="83018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Rectangle 1143"/>
          <p:cNvSpPr/>
          <p:nvPr userDrawn="1"/>
        </p:nvSpPr>
        <p:spPr>
          <a:xfrm>
            <a:off x="1142711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5" name="Oval 1144"/>
          <p:cNvSpPr/>
          <p:nvPr userDrawn="1"/>
        </p:nvSpPr>
        <p:spPr>
          <a:xfrm>
            <a:off x="121108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" name="Moon 1145"/>
          <p:cNvSpPr/>
          <p:nvPr userDrawn="1"/>
        </p:nvSpPr>
        <p:spPr>
          <a:xfrm>
            <a:off x="121108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7" name="Rectangle 1146"/>
          <p:cNvSpPr/>
          <p:nvPr userDrawn="1"/>
        </p:nvSpPr>
        <p:spPr>
          <a:xfrm>
            <a:off x="1523614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48" name="Oval 1147"/>
          <p:cNvSpPr/>
          <p:nvPr userDrawn="1"/>
        </p:nvSpPr>
        <p:spPr>
          <a:xfrm>
            <a:off x="159199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9" name="Moon 1148"/>
          <p:cNvSpPr/>
          <p:nvPr userDrawn="1"/>
        </p:nvSpPr>
        <p:spPr>
          <a:xfrm>
            <a:off x="159199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0" name="Rectangle 1149"/>
          <p:cNvSpPr/>
          <p:nvPr userDrawn="1"/>
        </p:nvSpPr>
        <p:spPr>
          <a:xfrm>
            <a:off x="1904518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51" name="Oval 1150"/>
          <p:cNvSpPr/>
          <p:nvPr userDrawn="1"/>
        </p:nvSpPr>
        <p:spPr>
          <a:xfrm>
            <a:off x="1972894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2" name="Moon 1151"/>
          <p:cNvSpPr/>
          <p:nvPr userDrawn="1"/>
        </p:nvSpPr>
        <p:spPr>
          <a:xfrm>
            <a:off x="1972894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3" name="Rectangle 1152"/>
          <p:cNvSpPr/>
          <p:nvPr userDrawn="1"/>
        </p:nvSpPr>
        <p:spPr>
          <a:xfrm>
            <a:off x="2285421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4" name="Oval 1153"/>
          <p:cNvSpPr/>
          <p:nvPr userDrawn="1"/>
        </p:nvSpPr>
        <p:spPr>
          <a:xfrm>
            <a:off x="235379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5" name="Moon 1154"/>
          <p:cNvSpPr/>
          <p:nvPr userDrawn="1"/>
        </p:nvSpPr>
        <p:spPr>
          <a:xfrm>
            <a:off x="235379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6" name="Rectangle 1155"/>
          <p:cNvSpPr/>
          <p:nvPr userDrawn="1"/>
        </p:nvSpPr>
        <p:spPr>
          <a:xfrm>
            <a:off x="2666325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" name="Oval 1156"/>
          <p:cNvSpPr/>
          <p:nvPr userDrawn="1"/>
        </p:nvSpPr>
        <p:spPr>
          <a:xfrm>
            <a:off x="2734701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8" name="Moon 1157"/>
          <p:cNvSpPr/>
          <p:nvPr userDrawn="1"/>
        </p:nvSpPr>
        <p:spPr>
          <a:xfrm>
            <a:off x="2734701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9" name="Rectangle 1158"/>
          <p:cNvSpPr/>
          <p:nvPr userDrawn="1"/>
        </p:nvSpPr>
        <p:spPr>
          <a:xfrm>
            <a:off x="3047228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60" name="Oval 1159"/>
          <p:cNvSpPr/>
          <p:nvPr userDrawn="1"/>
        </p:nvSpPr>
        <p:spPr>
          <a:xfrm>
            <a:off x="3115604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1" name="Moon 1160"/>
          <p:cNvSpPr/>
          <p:nvPr userDrawn="1"/>
        </p:nvSpPr>
        <p:spPr>
          <a:xfrm>
            <a:off x="3115604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2" name="Rectangle 1161"/>
          <p:cNvSpPr/>
          <p:nvPr userDrawn="1"/>
        </p:nvSpPr>
        <p:spPr>
          <a:xfrm>
            <a:off x="3428132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" name="Oval 1162"/>
          <p:cNvSpPr/>
          <p:nvPr userDrawn="1"/>
        </p:nvSpPr>
        <p:spPr>
          <a:xfrm>
            <a:off x="3496508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4" name="Moon 1163"/>
          <p:cNvSpPr/>
          <p:nvPr userDrawn="1"/>
        </p:nvSpPr>
        <p:spPr>
          <a:xfrm>
            <a:off x="3496508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5" name="Rectangle 1164"/>
          <p:cNvSpPr/>
          <p:nvPr userDrawn="1"/>
        </p:nvSpPr>
        <p:spPr>
          <a:xfrm>
            <a:off x="3809035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6" name="Oval 1165"/>
          <p:cNvSpPr/>
          <p:nvPr userDrawn="1"/>
        </p:nvSpPr>
        <p:spPr>
          <a:xfrm>
            <a:off x="3877411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7" name="Moon 1166"/>
          <p:cNvSpPr/>
          <p:nvPr userDrawn="1"/>
        </p:nvSpPr>
        <p:spPr>
          <a:xfrm>
            <a:off x="3877411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8" name="Rectangle 1167"/>
          <p:cNvSpPr/>
          <p:nvPr userDrawn="1"/>
        </p:nvSpPr>
        <p:spPr>
          <a:xfrm>
            <a:off x="4189939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" name="Oval 1168"/>
          <p:cNvSpPr/>
          <p:nvPr userDrawn="1"/>
        </p:nvSpPr>
        <p:spPr>
          <a:xfrm>
            <a:off x="4258315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0" name="Moon 1169"/>
          <p:cNvSpPr/>
          <p:nvPr userDrawn="1"/>
        </p:nvSpPr>
        <p:spPr>
          <a:xfrm>
            <a:off x="4258315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1" name="Rectangle 1170"/>
          <p:cNvSpPr/>
          <p:nvPr userDrawn="1"/>
        </p:nvSpPr>
        <p:spPr>
          <a:xfrm>
            <a:off x="4570842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72" name="Oval 1171"/>
          <p:cNvSpPr/>
          <p:nvPr userDrawn="1"/>
        </p:nvSpPr>
        <p:spPr>
          <a:xfrm>
            <a:off x="4639218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3" name="Moon 1172"/>
          <p:cNvSpPr/>
          <p:nvPr userDrawn="1"/>
        </p:nvSpPr>
        <p:spPr>
          <a:xfrm>
            <a:off x="4639218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4" name="Rectangle 1173"/>
          <p:cNvSpPr/>
          <p:nvPr userDrawn="1"/>
        </p:nvSpPr>
        <p:spPr>
          <a:xfrm>
            <a:off x="4951746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5" name="Oval 1174"/>
          <p:cNvSpPr/>
          <p:nvPr userDrawn="1"/>
        </p:nvSpPr>
        <p:spPr>
          <a:xfrm>
            <a:off x="5020122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6" name="Moon 1175"/>
          <p:cNvSpPr/>
          <p:nvPr userDrawn="1"/>
        </p:nvSpPr>
        <p:spPr>
          <a:xfrm>
            <a:off x="5020122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7" name="Rectangle 1176"/>
          <p:cNvSpPr/>
          <p:nvPr userDrawn="1"/>
        </p:nvSpPr>
        <p:spPr>
          <a:xfrm>
            <a:off x="5332649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8" name="Oval 1177"/>
          <p:cNvSpPr/>
          <p:nvPr userDrawn="1"/>
        </p:nvSpPr>
        <p:spPr>
          <a:xfrm>
            <a:off x="5401025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" name="Moon 1178"/>
          <p:cNvSpPr/>
          <p:nvPr userDrawn="1"/>
        </p:nvSpPr>
        <p:spPr>
          <a:xfrm>
            <a:off x="5401025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0" name="Rectangle 1179"/>
          <p:cNvSpPr/>
          <p:nvPr userDrawn="1"/>
        </p:nvSpPr>
        <p:spPr>
          <a:xfrm>
            <a:off x="5713553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1" name="Oval 1180"/>
          <p:cNvSpPr/>
          <p:nvPr userDrawn="1"/>
        </p:nvSpPr>
        <p:spPr>
          <a:xfrm>
            <a:off x="5781929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2" name="Moon 1181"/>
          <p:cNvSpPr/>
          <p:nvPr userDrawn="1"/>
        </p:nvSpPr>
        <p:spPr>
          <a:xfrm>
            <a:off x="5781929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" name="Rectangle 1182"/>
          <p:cNvSpPr/>
          <p:nvPr userDrawn="1"/>
        </p:nvSpPr>
        <p:spPr>
          <a:xfrm>
            <a:off x="6094456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4" name="Oval 1183"/>
          <p:cNvSpPr/>
          <p:nvPr userDrawn="1"/>
        </p:nvSpPr>
        <p:spPr>
          <a:xfrm>
            <a:off x="6162832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5" name="Moon 1184"/>
          <p:cNvSpPr/>
          <p:nvPr userDrawn="1"/>
        </p:nvSpPr>
        <p:spPr>
          <a:xfrm>
            <a:off x="6162832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6" name="Rectangle 1185"/>
          <p:cNvSpPr/>
          <p:nvPr userDrawn="1"/>
        </p:nvSpPr>
        <p:spPr>
          <a:xfrm>
            <a:off x="6475360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7" name="Oval 1186"/>
          <p:cNvSpPr/>
          <p:nvPr userDrawn="1"/>
        </p:nvSpPr>
        <p:spPr>
          <a:xfrm>
            <a:off x="654373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8" name="Moon 1187"/>
          <p:cNvSpPr/>
          <p:nvPr userDrawn="1"/>
        </p:nvSpPr>
        <p:spPr>
          <a:xfrm>
            <a:off x="654373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9" name="Rectangle 1188"/>
          <p:cNvSpPr/>
          <p:nvPr userDrawn="1"/>
        </p:nvSpPr>
        <p:spPr>
          <a:xfrm>
            <a:off x="6856263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0" name="Oval 1189"/>
          <p:cNvSpPr/>
          <p:nvPr userDrawn="1"/>
        </p:nvSpPr>
        <p:spPr>
          <a:xfrm>
            <a:off x="6924639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1" name="Moon 1190"/>
          <p:cNvSpPr/>
          <p:nvPr userDrawn="1"/>
        </p:nvSpPr>
        <p:spPr>
          <a:xfrm>
            <a:off x="6924639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2" name="Rectangle 1191"/>
          <p:cNvSpPr/>
          <p:nvPr userDrawn="1"/>
        </p:nvSpPr>
        <p:spPr>
          <a:xfrm>
            <a:off x="7237167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3" name="Oval 1192"/>
          <p:cNvSpPr/>
          <p:nvPr userDrawn="1"/>
        </p:nvSpPr>
        <p:spPr>
          <a:xfrm>
            <a:off x="730554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4" name="Moon 1193"/>
          <p:cNvSpPr/>
          <p:nvPr userDrawn="1"/>
        </p:nvSpPr>
        <p:spPr>
          <a:xfrm>
            <a:off x="730554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5" name="Rectangle 1194"/>
          <p:cNvSpPr/>
          <p:nvPr userDrawn="1"/>
        </p:nvSpPr>
        <p:spPr>
          <a:xfrm>
            <a:off x="7618070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6" name="Oval 1195"/>
          <p:cNvSpPr/>
          <p:nvPr userDrawn="1"/>
        </p:nvSpPr>
        <p:spPr>
          <a:xfrm>
            <a:off x="768644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7" name="Moon 1196"/>
          <p:cNvSpPr/>
          <p:nvPr userDrawn="1"/>
        </p:nvSpPr>
        <p:spPr>
          <a:xfrm>
            <a:off x="768644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8" name="Rectangle 1197"/>
          <p:cNvSpPr/>
          <p:nvPr userDrawn="1"/>
        </p:nvSpPr>
        <p:spPr>
          <a:xfrm>
            <a:off x="7998974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99" name="Oval 1198"/>
          <p:cNvSpPr/>
          <p:nvPr userDrawn="1"/>
        </p:nvSpPr>
        <p:spPr>
          <a:xfrm>
            <a:off x="806735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0" name="Moon 1199"/>
          <p:cNvSpPr/>
          <p:nvPr userDrawn="1"/>
        </p:nvSpPr>
        <p:spPr>
          <a:xfrm>
            <a:off x="806735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1" name="Rectangle 1200"/>
          <p:cNvSpPr/>
          <p:nvPr userDrawn="1"/>
        </p:nvSpPr>
        <p:spPr>
          <a:xfrm>
            <a:off x="8379877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2" name="Oval 1201"/>
          <p:cNvSpPr/>
          <p:nvPr userDrawn="1"/>
        </p:nvSpPr>
        <p:spPr>
          <a:xfrm>
            <a:off x="844825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3" name="Moon 1202"/>
          <p:cNvSpPr/>
          <p:nvPr userDrawn="1"/>
        </p:nvSpPr>
        <p:spPr>
          <a:xfrm>
            <a:off x="844825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4" name="Rectangle 1203"/>
          <p:cNvSpPr/>
          <p:nvPr userDrawn="1"/>
        </p:nvSpPr>
        <p:spPr>
          <a:xfrm>
            <a:off x="8760781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5" name="Oval 1204"/>
          <p:cNvSpPr/>
          <p:nvPr userDrawn="1"/>
        </p:nvSpPr>
        <p:spPr>
          <a:xfrm>
            <a:off x="882915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6" name="Moon 1205"/>
          <p:cNvSpPr/>
          <p:nvPr userDrawn="1"/>
        </p:nvSpPr>
        <p:spPr>
          <a:xfrm>
            <a:off x="882915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GO - Title and Content 3">
    <p:bg>
      <p:bgPr>
        <a:gradFill>
          <a:gsLst>
            <a:gs pos="47000">
              <a:schemeClr val="accent3">
                <a:lumMod val="5000"/>
                <a:lumOff val="95000"/>
              </a:schemeClr>
            </a:gs>
            <a:gs pos="83000">
              <a:schemeClr val="accent3">
                <a:lumMod val="45000"/>
                <a:lumOff val="5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27134"/>
            <a:ext cx="7886700" cy="852492"/>
          </a:xfrm>
        </p:spPr>
        <p:txBody>
          <a:bodyPr>
            <a:normAutofit/>
          </a:bodyPr>
          <a:lstStyle>
            <a:lvl1pPr>
              <a:defRPr sz="5400" b="0"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18826"/>
            <a:ext cx="7886700" cy="356294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5994401"/>
            <a:ext cx="2057400" cy="365125"/>
          </a:xfrm>
        </p:spPr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5994401"/>
            <a:ext cx="3086100" cy="365125"/>
          </a:xfrm>
        </p:spPr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5994401"/>
            <a:ext cx="2057400" cy="365125"/>
          </a:xfrm>
        </p:spPr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  <p:sp>
        <p:nvSpPr>
          <p:cNvPr id="478" name="Rectangle 477"/>
          <p:cNvSpPr/>
          <p:nvPr userDrawn="1"/>
        </p:nvSpPr>
        <p:spPr>
          <a:xfrm>
            <a:off x="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Oval 478"/>
          <p:cNvSpPr/>
          <p:nvPr userDrawn="1"/>
        </p:nvSpPr>
        <p:spPr>
          <a:xfrm>
            <a:off x="6837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0" name="Moon 479"/>
          <p:cNvSpPr/>
          <p:nvPr userDrawn="1"/>
        </p:nvSpPr>
        <p:spPr>
          <a:xfrm>
            <a:off x="6837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7" name="Rectangle 606"/>
          <p:cNvSpPr/>
          <p:nvPr userDrawn="1"/>
        </p:nvSpPr>
        <p:spPr>
          <a:xfrm>
            <a:off x="380904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8" name="Oval 607"/>
          <p:cNvSpPr/>
          <p:nvPr userDrawn="1"/>
        </p:nvSpPr>
        <p:spPr>
          <a:xfrm>
            <a:off x="44928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9" name="Moon 608"/>
          <p:cNvSpPr/>
          <p:nvPr userDrawn="1"/>
        </p:nvSpPr>
        <p:spPr>
          <a:xfrm>
            <a:off x="44928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0" name="Rectangle 609"/>
          <p:cNvSpPr/>
          <p:nvPr userDrawn="1"/>
        </p:nvSpPr>
        <p:spPr>
          <a:xfrm>
            <a:off x="76180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Oval 610"/>
          <p:cNvSpPr/>
          <p:nvPr userDrawn="1"/>
        </p:nvSpPr>
        <p:spPr>
          <a:xfrm>
            <a:off x="83018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2" name="Moon 611"/>
          <p:cNvSpPr/>
          <p:nvPr userDrawn="1"/>
        </p:nvSpPr>
        <p:spPr>
          <a:xfrm>
            <a:off x="83018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3" name="Rectangle 612"/>
          <p:cNvSpPr/>
          <p:nvPr userDrawn="1"/>
        </p:nvSpPr>
        <p:spPr>
          <a:xfrm>
            <a:off x="114271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Oval 613"/>
          <p:cNvSpPr/>
          <p:nvPr userDrawn="1"/>
        </p:nvSpPr>
        <p:spPr>
          <a:xfrm>
            <a:off x="121108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Moon 614"/>
          <p:cNvSpPr/>
          <p:nvPr userDrawn="1"/>
        </p:nvSpPr>
        <p:spPr>
          <a:xfrm>
            <a:off x="121108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" name="Rectangle 615"/>
          <p:cNvSpPr/>
          <p:nvPr userDrawn="1"/>
        </p:nvSpPr>
        <p:spPr>
          <a:xfrm>
            <a:off x="1523614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Oval 616"/>
          <p:cNvSpPr/>
          <p:nvPr userDrawn="1"/>
        </p:nvSpPr>
        <p:spPr>
          <a:xfrm>
            <a:off x="159199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8" name="Moon 617"/>
          <p:cNvSpPr/>
          <p:nvPr userDrawn="1"/>
        </p:nvSpPr>
        <p:spPr>
          <a:xfrm>
            <a:off x="159199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9" name="Rectangle 618"/>
          <p:cNvSpPr/>
          <p:nvPr userDrawn="1"/>
        </p:nvSpPr>
        <p:spPr>
          <a:xfrm>
            <a:off x="1904518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0" name="Oval 619"/>
          <p:cNvSpPr/>
          <p:nvPr userDrawn="1"/>
        </p:nvSpPr>
        <p:spPr>
          <a:xfrm>
            <a:off x="197289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Moon 620"/>
          <p:cNvSpPr/>
          <p:nvPr userDrawn="1"/>
        </p:nvSpPr>
        <p:spPr>
          <a:xfrm>
            <a:off x="197289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Rectangle 621"/>
          <p:cNvSpPr/>
          <p:nvPr userDrawn="1"/>
        </p:nvSpPr>
        <p:spPr>
          <a:xfrm>
            <a:off x="228542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" name="Oval 622"/>
          <p:cNvSpPr/>
          <p:nvPr userDrawn="1"/>
        </p:nvSpPr>
        <p:spPr>
          <a:xfrm>
            <a:off x="235379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" name="Moon 623"/>
          <p:cNvSpPr/>
          <p:nvPr userDrawn="1"/>
        </p:nvSpPr>
        <p:spPr>
          <a:xfrm>
            <a:off x="235379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5" name="Rectangle 624"/>
          <p:cNvSpPr/>
          <p:nvPr userDrawn="1"/>
        </p:nvSpPr>
        <p:spPr>
          <a:xfrm>
            <a:off x="2666325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6" name="Oval 625"/>
          <p:cNvSpPr/>
          <p:nvPr userDrawn="1"/>
        </p:nvSpPr>
        <p:spPr>
          <a:xfrm>
            <a:off x="273470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7" name="Moon 626"/>
          <p:cNvSpPr/>
          <p:nvPr userDrawn="1"/>
        </p:nvSpPr>
        <p:spPr>
          <a:xfrm>
            <a:off x="273470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" name="Rectangle 627"/>
          <p:cNvSpPr/>
          <p:nvPr userDrawn="1"/>
        </p:nvSpPr>
        <p:spPr>
          <a:xfrm>
            <a:off x="3047228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29" name="Oval 628"/>
          <p:cNvSpPr/>
          <p:nvPr userDrawn="1"/>
        </p:nvSpPr>
        <p:spPr>
          <a:xfrm>
            <a:off x="311560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" name="Moon 629"/>
          <p:cNvSpPr/>
          <p:nvPr userDrawn="1"/>
        </p:nvSpPr>
        <p:spPr>
          <a:xfrm>
            <a:off x="311560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1" name="Rectangle 630"/>
          <p:cNvSpPr/>
          <p:nvPr userDrawn="1"/>
        </p:nvSpPr>
        <p:spPr>
          <a:xfrm>
            <a:off x="3428132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Oval 631"/>
          <p:cNvSpPr/>
          <p:nvPr userDrawn="1"/>
        </p:nvSpPr>
        <p:spPr>
          <a:xfrm>
            <a:off x="349650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" name="Moon 632"/>
          <p:cNvSpPr/>
          <p:nvPr userDrawn="1"/>
        </p:nvSpPr>
        <p:spPr>
          <a:xfrm>
            <a:off x="349650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4" name="Rectangle 633"/>
          <p:cNvSpPr/>
          <p:nvPr userDrawn="1"/>
        </p:nvSpPr>
        <p:spPr>
          <a:xfrm>
            <a:off x="3809035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5" name="Oval 634"/>
          <p:cNvSpPr/>
          <p:nvPr userDrawn="1"/>
        </p:nvSpPr>
        <p:spPr>
          <a:xfrm>
            <a:off x="387741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6" name="Moon 635"/>
          <p:cNvSpPr/>
          <p:nvPr userDrawn="1"/>
        </p:nvSpPr>
        <p:spPr>
          <a:xfrm>
            <a:off x="387741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7" name="Rectangle 636"/>
          <p:cNvSpPr/>
          <p:nvPr userDrawn="1"/>
        </p:nvSpPr>
        <p:spPr>
          <a:xfrm>
            <a:off x="4189939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8" name="Oval 637"/>
          <p:cNvSpPr/>
          <p:nvPr userDrawn="1"/>
        </p:nvSpPr>
        <p:spPr>
          <a:xfrm>
            <a:off x="425831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9" name="Moon 638"/>
          <p:cNvSpPr/>
          <p:nvPr userDrawn="1"/>
        </p:nvSpPr>
        <p:spPr>
          <a:xfrm>
            <a:off x="425831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0" name="Rectangle 639"/>
          <p:cNvSpPr/>
          <p:nvPr userDrawn="1"/>
        </p:nvSpPr>
        <p:spPr>
          <a:xfrm>
            <a:off x="4570842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Oval 640"/>
          <p:cNvSpPr/>
          <p:nvPr userDrawn="1"/>
        </p:nvSpPr>
        <p:spPr>
          <a:xfrm>
            <a:off x="463921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2" name="Moon 641"/>
          <p:cNvSpPr/>
          <p:nvPr userDrawn="1"/>
        </p:nvSpPr>
        <p:spPr>
          <a:xfrm>
            <a:off x="463921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3" name="Rectangle 642"/>
          <p:cNvSpPr/>
          <p:nvPr userDrawn="1"/>
        </p:nvSpPr>
        <p:spPr>
          <a:xfrm>
            <a:off x="4951746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4" name="Oval 643"/>
          <p:cNvSpPr/>
          <p:nvPr userDrawn="1"/>
        </p:nvSpPr>
        <p:spPr>
          <a:xfrm>
            <a:off x="502012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" name="Moon 644"/>
          <p:cNvSpPr/>
          <p:nvPr userDrawn="1"/>
        </p:nvSpPr>
        <p:spPr>
          <a:xfrm>
            <a:off x="502012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6" name="Rectangle 645"/>
          <p:cNvSpPr/>
          <p:nvPr userDrawn="1"/>
        </p:nvSpPr>
        <p:spPr>
          <a:xfrm>
            <a:off x="5332649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47" name="Oval 646"/>
          <p:cNvSpPr/>
          <p:nvPr userDrawn="1"/>
        </p:nvSpPr>
        <p:spPr>
          <a:xfrm>
            <a:off x="540102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" name="Moon 647"/>
          <p:cNvSpPr/>
          <p:nvPr userDrawn="1"/>
        </p:nvSpPr>
        <p:spPr>
          <a:xfrm>
            <a:off x="540102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9" name="Rectangle 648"/>
          <p:cNvSpPr/>
          <p:nvPr userDrawn="1"/>
        </p:nvSpPr>
        <p:spPr>
          <a:xfrm>
            <a:off x="571355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0" name="Oval 649"/>
          <p:cNvSpPr/>
          <p:nvPr userDrawn="1"/>
        </p:nvSpPr>
        <p:spPr>
          <a:xfrm>
            <a:off x="578192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Moon 650"/>
          <p:cNvSpPr/>
          <p:nvPr userDrawn="1"/>
        </p:nvSpPr>
        <p:spPr>
          <a:xfrm>
            <a:off x="578192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2" name="Rectangle 651"/>
          <p:cNvSpPr/>
          <p:nvPr userDrawn="1"/>
        </p:nvSpPr>
        <p:spPr>
          <a:xfrm>
            <a:off x="6094456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Oval 652"/>
          <p:cNvSpPr/>
          <p:nvPr userDrawn="1"/>
        </p:nvSpPr>
        <p:spPr>
          <a:xfrm>
            <a:off x="616283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" name="Moon 653"/>
          <p:cNvSpPr/>
          <p:nvPr userDrawn="1"/>
        </p:nvSpPr>
        <p:spPr>
          <a:xfrm>
            <a:off x="616283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" name="Rectangle 654"/>
          <p:cNvSpPr/>
          <p:nvPr userDrawn="1"/>
        </p:nvSpPr>
        <p:spPr>
          <a:xfrm>
            <a:off x="647536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6" name="Oval 655"/>
          <p:cNvSpPr/>
          <p:nvPr userDrawn="1"/>
        </p:nvSpPr>
        <p:spPr>
          <a:xfrm>
            <a:off x="654373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" name="Moon 656"/>
          <p:cNvSpPr/>
          <p:nvPr userDrawn="1"/>
        </p:nvSpPr>
        <p:spPr>
          <a:xfrm>
            <a:off x="654373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8" name="Rectangle 657"/>
          <p:cNvSpPr/>
          <p:nvPr userDrawn="1"/>
        </p:nvSpPr>
        <p:spPr>
          <a:xfrm>
            <a:off x="685626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9" name="Oval 658"/>
          <p:cNvSpPr/>
          <p:nvPr userDrawn="1"/>
        </p:nvSpPr>
        <p:spPr>
          <a:xfrm>
            <a:off x="692463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0" name="Moon 659"/>
          <p:cNvSpPr/>
          <p:nvPr userDrawn="1"/>
        </p:nvSpPr>
        <p:spPr>
          <a:xfrm>
            <a:off x="692463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" name="Rectangle 660"/>
          <p:cNvSpPr/>
          <p:nvPr userDrawn="1"/>
        </p:nvSpPr>
        <p:spPr>
          <a:xfrm>
            <a:off x="723716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Oval 661"/>
          <p:cNvSpPr/>
          <p:nvPr userDrawn="1"/>
        </p:nvSpPr>
        <p:spPr>
          <a:xfrm>
            <a:off x="730554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Moon 662"/>
          <p:cNvSpPr/>
          <p:nvPr userDrawn="1"/>
        </p:nvSpPr>
        <p:spPr>
          <a:xfrm>
            <a:off x="730554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4" name="Rectangle 663"/>
          <p:cNvSpPr/>
          <p:nvPr userDrawn="1"/>
        </p:nvSpPr>
        <p:spPr>
          <a:xfrm>
            <a:off x="7618070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65" name="Oval 664"/>
          <p:cNvSpPr/>
          <p:nvPr userDrawn="1"/>
        </p:nvSpPr>
        <p:spPr>
          <a:xfrm>
            <a:off x="768644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6" name="Moon 665"/>
          <p:cNvSpPr/>
          <p:nvPr userDrawn="1"/>
        </p:nvSpPr>
        <p:spPr>
          <a:xfrm>
            <a:off x="768644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7" name="Rectangle 666"/>
          <p:cNvSpPr/>
          <p:nvPr userDrawn="1"/>
        </p:nvSpPr>
        <p:spPr>
          <a:xfrm>
            <a:off x="7998974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68" name="Oval 667"/>
          <p:cNvSpPr/>
          <p:nvPr userDrawn="1"/>
        </p:nvSpPr>
        <p:spPr>
          <a:xfrm>
            <a:off x="806735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9" name="Moon 668"/>
          <p:cNvSpPr/>
          <p:nvPr userDrawn="1"/>
        </p:nvSpPr>
        <p:spPr>
          <a:xfrm>
            <a:off x="806735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0" name="Rectangle 669"/>
          <p:cNvSpPr/>
          <p:nvPr userDrawn="1"/>
        </p:nvSpPr>
        <p:spPr>
          <a:xfrm>
            <a:off x="8379877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1" name="Oval 670"/>
          <p:cNvSpPr/>
          <p:nvPr userDrawn="1"/>
        </p:nvSpPr>
        <p:spPr>
          <a:xfrm>
            <a:off x="844825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Moon 671"/>
          <p:cNvSpPr/>
          <p:nvPr userDrawn="1"/>
        </p:nvSpPr>
        <p:spPr>
          <a:xfrm>
            <a:off x="844825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3" name="Rectangle 672"/>
          <p:cNvSpPr/>
          <p:nvPr userDrawn="1"/>
        </p:nvSpPr>
        <p:spPr>
          <a:xfrm>
            <a:off x="8760781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4" name="Oval 673"/>
          <p:cNvSpPr/>
          <p:nvPr userDrawn="1"/>
        </p:nvSpPr>
        <p:spPr>
          <a:xfrm>
            <a:off x="882915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5" name="Moon 674"/>
          <p:cNvSpPr/>
          <p:nvPr userDrawn="1"/>
        </p:nvSpPr>
        <p:spPr>
          <a:xfrm>
            <a:off x="882915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/>
          <p:cNvSpPr/>
          <p:nvPr userDrawn="1"/>
        </p:nvSpPr>
        <p:spPr>
          <a:xfrm>
            <a:off x="0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7" name="Oval 676"/>
          <p:cNvSpPr/>
          <p:nvPr userDrawn="1"/>
        </p:nvSpPr>
        <p:spPr>
          <a:xfrm>
            <a:off x="6837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8" name="Moon 677"/>
          <p:cNvSpPr/>
          <p:nvPr userDrawn="1"/>
        </p:nvSpPr>
        <p:spPr>
          <a:xfrm>
            <a:off x="6837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9" name="Rectangle 678"/>
          <p:cNvSpPr/>
          <p:nvPr userDrawn="1"/>
        </p:nvSpPr>
        <p:spPr>
          <a:xfrm>
            <a:off x="8760781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80" name="Oval 679"/>
          <p:cNvSpPr/>
          <p:nvPr userDrawn="1"/>
        </p:nvSpPr>
        <p:spPr>
          <a:xfrm>
            <a:off x="882915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1" name="Moon 680"/>
          <p:cNvSpPr/>
          <p:nvPr userDrawn="1"/>
        </p:nvSpPr>
        <p:spPr>
          <a:xfrm>
            <a:off x="882915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2" name="Rectangle 681"/>
          <p:cNvSpPr/>
          <p:nvPr userDrawn="1"/>
        </p:nvSpPr>
        <p:spPr>
          <a:xfrm>
            <a:off x="0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83" name="Oval 682"/>
          <p:cNvSpPr/>
          <p:nvPr userDrawn="1"/>
        </p:nvSpPr>
        <p:spPr>
          <a:xfrm>
            <a:off x="6837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" name="Moon 683"/>
          <p:cNvSpPr/>
          <p:nvPr userDrawn="1"/>
        </p:nvSpPr>
        <p:spPr>
          <a:xfrm>
            <a:off x="6837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5" name="Rectangle 684"/>
          <p:cNvSpPr/>
          <p:nvPr userDrawn="1"/>
        </p:nvSpPr>
        <p:spPr>
          <a:xfrm>
            <a:off x="8760781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6" name="Oval 685"/>
          <p:cNvSpPr/>
          <p:nvPr userDrawn="1"/>
        </p:nvSpPr>
        <p:spPr>
          <a:xfrm>
            <a:off x="882915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7" name="Moon 686"/>
          <p:cNvSpPr/>
          <p:nvPr userDrawn="1"/>
        </p:nvSpPr>
        <p:spPr>
          <a:xfrm>
            <a:off x="882915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" name="Rectangle 687"/>
          <p:cNvSpPr/>
          <p:nvPr userDrawn="1"/>
        </p:nvSpPr>
        <p:spPr>
          <a:xfrm>
            <a:off x="0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9" name="Oval 688"/>
          <p:cNvSpPr/>
          <p:nvPr userDrawn="1"/>
        </p:nvSpPr>
        <p:spPr>
          <a:xfrm>
            <a:off x="6837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0" name="Moon 689"/>
          <p:cNvSpPr/>
          <p:nvPr userDrawn="1"/>
        </p:nvSpPr>
        <p:spPr>
          <a:xfrm>
            <a:off x="6837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1" name="Rectangle 690"/>
          <p:cNvSpPr/>
          <p:nvPr userDrawn="1"/>
        </p:nvSpPr>
        <p:spPr>
          <a:xfrm>
            <a:off x="8760781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2" name="Oval 691"/>
          <p:cNvSpPr/>
          <p:nvPr userDrawn="1"/>
        </p:nvSpPr>
        <p:spPr>
          <a:xfrm>
            <a:off x="882915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" name="Moon 692"/>
          <p:cNvSpPr/>
          <p:nvPr userDrawn="1"/>
        </p:nvSpPr>
        <p:spPr>
          <a:xfrm>
            <a:off x="882915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4" name="Rectangle 693"/>
          <p:cNvSpPr/>
          <p:nvPr userDrawn="1"/>
        </p:nvSpPr>
        <p:spPr>
          <a:xfrm>
            <a:off x="0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5" name="Oval 694"/>
          <p:cNvSpPr/>
          <p:nvPr userDrawn="1"/>
        </p:nvSpPr>
        <p:spPr>
          <a:xfrm>
            <a:off x="68376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6" name="Moon 695"/>
          <p:cNvSpPr/>
          <p:nvPr userDrawn="1"/>
        </p:nvSpPr>
        <p:spPr>
          <a:xfrm>
            <a:off x="68376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" name="Rectangle 696"/>
          <p:cNvSpPr/>
          <p:nvPr userDrawn="1"/>
        </p:nvSpPr>
        <p:spPr>
          <a:xfrm>
            <a:off x="8760781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8" name="Oval 697"/>
          <p:cNvSpPr/>
          <p:nvPr userDrawn="1"/>
        </p:nvSpPr>
        <p:spPr>
          <a:xfrm>
            <a:off x="8829157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9" name="Moon 698"/>
          <p:cNvSpPr/>
          <p:nvPr userDrawn="1"/>
        </p:nvSpPr>
        <p:spPr>
          <a:xfrm>
            <a:off x="8829157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0" name="Rectangle 699"/>
          <p:cNvSpPr/>
          <p:nvPr userDrawn="1"/>
        </p:nvSpPr>
        <p:spPr>
          <a:xfrm>
            <a:off x="0" y="457037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1" name="Oval 700"/>
          <p:cNvSpPr/>
          <p:nvPr userDrawn="1"/>
        </p:nvSpPr>
        <p:spPr>
          <a:xfrm>
            <a:off x="68376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2" name="Moon 701"/>
          <p:cNvSpPr/>
          <p:nvPr userDrawn="1"/>
        </p:nvSpPr>
        <p:spPr>
          <a:xfrm>
            <a:off x="68376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3" name="Rectangle 702"/>
          <p:cNvSpPr/>
          <p:nvPr userDrawn="1"/>
        </p:nvSpPr>
        <p:spPr>
          <a:xfrm>
            <a:off x="8760781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4" name="Oval 703"/>
          <p:cNvSpPr/>
          <p:nvPr userDrawn="1"/>
        </p:nvSpPr>
        <p:spPr>
          <a:xfrm>
            <a:off x="8829157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5" name="Moon 704"/>
          <p:cNvSpPr/>
          <p:nvPr userDrawn="1"/>
        </p:nvSpPr>
        <p:spPr>
          <a:xfrm>
            <a:off x="8829157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" name="Rectangle 705"/>
          <p:cNvSpPr/>
          <p:nvPr userDrawn="1"/>
        </p:nvSpPr>
        <p:spPr>
          <a:xfrm>
            <a:off x="0" y="418951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7" name="Oval 706"/>
          <p:cNvSpPr/>
          <p:nvPr userDrawn="1"/>
        </p:nvSpPr>
        <p:spPr>
          <a:xfrm>
            <a:off x="68376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8" name="Moon 707"/>
          <p:cNvSpPr/>
          <p:nvPr userDrawn="1"/>
        </p:nvSpPr>
        <p:spPr>
          <a:xfrm>
            <a:off x="68376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9" name="Rectangle 708"/>
          <p:cNvSpPr/>
          <p:nvPr userDrawn="1"/>
        </p:nvSpPr>
        <p:spPr>
          <a:xfrm>
            <a:off x="8760781" y="418951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0" name="Oval 709"/>
          <p:cNvSpPr/>
          <p:nvPr userDrawn="1"/>
        </p:nvSpPr>
        <p:spPr>
          <a:xfrm>
            <a:off x="8829157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1" name="Moon 710"/>
          <p:cNvSpPr/>
          <p:nvPr userDrawn="1"/>
        </p:nvSpPr>
        <p:spPr>
          <a:xfrm>
            <a:off x="8829157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2" name="Rectangle 711"/>
          <p:cNvSpPr/>
          <p:nvPr userDrawn="1"/>
        </p:nvSpPr>
        <p:spPr>
          <a:xfrm>
            <a:off x="0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13" name="Oval 712"/>
          <p:cNvSpPr/>
          <p:nvPr userDrawn="1"/>
        </p:nvSpPr>
        <p:spPr>
          <a:xfrm>
            <a:off x="68376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4" name="Moon 713"/>
          <p:cNvSpPr/>
          <p:nvPr userDrawn="1"/>
        </p:nvSpPr>
        <p:spPr>
          <a:xfrm>
            <a:off x="68376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5" name="Rectangle 714"/>
          <p:cNvSpPr/>
          <p:nvPr userDrawn="1"/>
        </p:nvSpPr>
        <p:spPr>
          <a:xfrm>
            <a:off x="8760781" y="3808648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6" name="Oval 715"/>
          <p:cNvSpPr/>
          <p:nvPr userDrawn="1"/>
        </p:nvSpPr>
        <p:spPr>
          <a:xfrm>
            <a:off x="8829157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" name="Moon 716"/>
          <p:cNvSpPr/>
          <p:nvPr userDrawn="1"/>
        </p:nvSpPr>
        <p:spPr>
          <a:xfrm>
            <a:off x="8829157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" name="Rectangle 717"/>
          <p:cNvSpPr/>
          <p:nvPr userDrawn="1"/>
        </p:nvSpPr>
        <p:spPr>
          <a:xfrm>
            <a:off x="0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" name="Oval 718"/>
          <p:cNvSpPr/>
          <p:nvPr userDrawn="1"/>
        </p:nvSpPr>
        <p:spPr>
          <a:xfrm>
            <a:off x="68376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0" name="Moon 719"/>
          <p:cNvSpPr/>
          <p:nvPr userDrawn="1"/>
        </p:nvSpPr>
        <p:spPr>
          <a:xfrm>
            <a:off x="68376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1" name="Rectangle 720"/>
          <p:cNvSpPr/>
          <p:nvPr userDrawn="1"/>
        </p:nvSpPr>
        <p:spPr>
          <a:xfrm>
            <a:off x="8760781" y="342778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2" name="Oval 721"/>
          <p:cNvSpPr/>
          <p:nvPr userDrawn="1"/>
        </p:nvSpPr>
        <p:spPr>
          <a:xfrm>
            <a:off x="8829157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3" name="Moon 722"/>
          <p:cNvSpPr/>
          <p:nvPr userDrawn="1"/>
        </p:nvSpPr>
        <p:spPr>
          <a:xfrm>
            <a:off x="8829157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4" name="Rectangle 723"/>
          <p:cNvSpPr/>
          <p:nvPr userDrawn="1"/>
        </p:nvSpPr>
        <p:spPr>
          <a:xfrm>
            <a:off x="0" y="304691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" name="Oval 724"/>
          <p:cNvSpPr/>
          <p:nvPr userDrawn="1"/>
        </p:nvSpPr>
        <p:spPr>
          <a:xfrm>
            <a:off x="68376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6" name="Moon 725"/>
          <p:cNvSpPr/>
          <p:nvPr userDrawn="1"/>
        </p:nvSpPr>
        <p:spPr>
          <a:xfrm>
            <a:off x="68376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" name="Rectangle 726"/>
          <p:cNvSpPr/>
          <p:nvPr userDrawn="1"/>
        </p:nvSpPr>
        <p:spPr>
          <a:xfrm>
            <a:off x="8760781" y="304691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28" name="Oval 727"/>
          <p:cNvSpPr/>
          <p:nvPr userDrawn="1"/>
        </p:nvSpPr>
        <p:spPr>
          <a:xfrm>
            <a:off x="8829157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9" name="Moon 728"/>
          <p:cNvSpPr/>
          <p:nvPr userDrawn="1"/>
        </p:nvSpPr>
        <p:spPr>
          <a:xfrm>
            <a:off x="8829157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0" name="Rectangle 729"/>
          <p:cNvSpPr/>
          <p:nvPr userDrawn="1"/>
        </p:nvSpPr>
        <p:spPr>
          <a:xfrm>
            <a:off x="0" y="266605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1" name="Oval 730"/>
          <p:cNvSpPr/>
          <p:nvPr userDrawn="1"/>
        </p:nvSpPr>
        <p:spPr>
          <a:xfrm>
            <a:off x="68376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2" name="Moon 731"/>
          <p:cNvSpPr/>
          <p:nvPr userDrawn="1"/>
        </p:nvSpPr>
        <p:spPr>
          <a:xfrm>
            <a:off x="68376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3" name="Rectangle 732"/>
          <p:cNvSpPr/>
          <p:nvPr userDrawn="1"/>
        </p:nvSpPr>
        <p:spPr>
          <a:xfrm>
            <a:off x="8760781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4" name="Oval 733"/>
          <p:cNvSpPr/>
          <p:nvPr userDrawn="1"/>
        </p:nvSpPr>
        <p:spPr>
          <a:xfrm>
            <a:off x="8829157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5" name="Moon 734"/>
          <p:cNvSpPr/>
          <p:nvPr userDrawn="1"/>
        </p:nvSpPr>
        <p:spPr>
          <a:xfrm>
            <a:off x="8829157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6" name="Rectangle 735"/>
          <p:cNvSpPr/>
          <p:nvPr userDrawn="1"/>
        </p:nvSpPr>
        <p:spPr>
          <a:xfrm>
            <a:off x="0" y="228518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7" name="Oval 736"/>
          <p:cNvSpPr/>
          <p:nvPr userDrawn="1"/>
        </p:nvSpPr>
        <p:spPr>
          <a:xfrm>
            <a:off x="68376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8" name="Moon 737"/>
          <p:cNvSpPr/>
          <p:nvPr userDrawn="1"/>
        </p:nvSpPr>
        <p:spPr>
          <a:xfrm>
            <a:off x="68376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9" name="Rectangle 738"/>
          <p:cNvSpPr/>
          <p:nvPr userDrawn="1"/>
        </p:nvSpPr>
        <p:spPr>
          <a:xfrm>
            <a:off x="8760781" y="228518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40" name="Oval 739"/>
          <p:cNvSpPr/>
          <p:nvPr userDrawn="1"/>
        </p:nvSpPr>
        <p:spPr>
          <a:xfrm>
            <a:off x="8829157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1" name="Moon 740"/>
          <p:cNvSpPr/>
          <p:nvPr userDrawn="1"/>
        </p:nvSpPr>
        <p:spPr>
          <a:xfrm>
            <a:off x="8829157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" name="Rectangle 741"/>
          <p:cNvSpPr/>
          <p:nvPr userDrawn="1"/>
        </p:nvSpPr>
        <p:spPr>
          <a:xfrm>
            <a:off x="0" y="190432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43" name="Oval 742"/>
          <p:cNvSpPr/>
          <p:nvPr userDrawn="1"/>
        </p:nvSpPr>
        <p:spPr>
          <a:xfrm>
            <a:off x="68376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4" name="Moon 743"/>
          <p:cNvSpPr/>
          <p:nvPr userDrawn="1"/>
        </p:nvSpPr>
        <p:spPr>
          <a:xfrm>
            <a:off x="68376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5" name="Rectangle 744"/>
          <p:cNvSpPr/>
          <p:nvPr userDrawn="1"/>
        </p:nvSpPr>
        <p:spPr>
          <a:xfrm>
            <a:off x="8760781" y="190432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6" name="Oval 745"/>
          <p:cNvSpPr/>
          <p:nvPr userDrawn="1"/>
        </p:nvSpPr>
        <p:spPr>
          <a:xfrm>
            <a:off x="8829157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" name="Moon 746"/>
          <p:cNvSpPr/>
          <p:nvPr userDrawn="1"/>
        </p:nvSpPr>
        <p:spPr>
          <a:xfrm>
            <a:off x="8829157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4" name="Rectangle 753"/>
          <p:cNvSpPr/>
          <p:nvPr userDrawn="1"/>
        </p:nvSpPr>
        <p:spPr>
          <a:xfrm>
            <a:off x="0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55" name="Oval 754"/>
          <p:cNvSpPr/>
          <p:nvPr userDrawn="1"/>
        </p:nvSpPr>
        <p:spPr>
          <a:xfrm>
            <a:off x="68376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6" name="Moon 755"/>
          <p:cNvSpPr/>
          <p:nvPr userDrawn="1"/>
        </p:nvSpPr>
        <p:spPr>
          <a:xfrm>
            <a:off x="6837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" name="Rectangle 756"/>
          <p:cNvSpPr/>
          <p:nvPr userDrawn="1"/>
        </p:nvSpPr>
        <p:spPr>
          <a:xfrm>
            <a:off x="8760781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" name="Oval 757"/>
          <p:cNvSpPr/>
          <p:nvPr userDrawn="1"/>
        </p:nvSpPr>
        <p:spPr>
          <a:xfrm>
            <a:off x="8829157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9" name="Moon 758"/>
          <p:cNvSpPr/>
          <p:nvPr userDrawn="1"/>
        </p:nvSpPr>
        <p:spPr>
          <a:xfrm>
            <a:off x="882915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0" name="Rectangle 759"/>
          <p:cNvSpPr/>
          <p:nvPr userDrawn="1"/>
        </p:nvSpPr>
        <p:spPr>
          <a:xfrm>
            <a:off x="0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61" name="Oval 760"/>
          <p:cNvSpPr/>
          <p:nvPr userDrawn="1"/>
        </p:nvSpPr>
        <p:spPr>
          <a:xfrm>
            <a:off x="68376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2" name="Moon 761"/>
          <p:cNvSpPr/>
          <p:nvPr userDrawn="1"/>
        </p:nvSpPr>
        <p:spPr>
          <a:xfrm>
            <a:off x="6837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3" name="Rectangle 762"/>
          <p:cNvSpPr/>
          <p:nvPr userDrawn="1"/>
        </p:nvSpPr>
        <p:spPr>
          <a:xfrm>
            <a:off x="8760781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4" name="Oval 763"/>
          <p:cNvSpPr/>
          <p:nvPr userDrawn="1"/>
        </p:nvSpPr>
        <p:spPr>
          <a:xfrm>
            <a:off x="8829157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5" name="Moon 764"/>
          <p:cNvSpPr/>
          <p:nvPr userDrawn="1"/>
        </p:nvSpPr>
        <p:spPr>
          <a:xfrm>
            <a:off x="882915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6" name="Rectangle 765"/>
          <p:cNvSpPr/>
          <p:nvPr userDrawn="1"/>
        </p:nvSpPr>
        <p:spPr>
          <a:xfrm>
            <a:off x="0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7" name="Oval 766"/>
          <p:cNvSpPr/>
          <p:nvPr userDrawn="1"/>
        </p:nvSpPr>
        <p:spPr>
          <a:xfrm>
            <a:off x="6837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8" name="Moon 767"/>
          <p:cNvSpPr/>
          <p:nvPr userDrawn="1"/>
        </p:nvSpPr>
        <p:spPr>
          <a:xfrm>
            <a:off x="6837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9" name="Rectangle 768"/>
          <p:cNvSpPr/>
          <p:nvPr userDrawn="1"/>
        </p:nvSpPr>
        <p:spPr>
          <a:xfrm>
            <a:off x="8760781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0" name="Oval 769"/>
          <p:cNvSpPr/>
          <p:nvPr userDrawn="1"/>
        </p:nvSpPr>
        <p:spPr>
          <a:xfrm>
            <a:off x="8829157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1" name="Moon 770"/>
          <p:cNvSpPr/>
          <p:nvPr userDrawn="1"/>
        </p:nvSpPr>
        <p:spPr>
          <a:xfrm>
            <a:off x="882915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2" name="Rectangle 771"/>
          <p:cNvSpPr/>
          <p:nvPr userDrawn="1"/>
        </p:nvSpPr>
        <p:spPr>
          <a:xfrm>
            <a:off x="0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3" name="Oval 772"/>
          <p:cNvSpPr/>
          <p:nvPr userDrawn="1"/>
        </p:nvSpPr>
        <p:spPr>
          <a:xfrm>
            <a:off x="6837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" name="Moon 773"/>
          <p:cNvSpPr/>
          <p:nvPr userDrawn="1"/>
        </p:nvSpPr>
        <p:spPr>
          <a:xfrm>
            <a:off x="6837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5" name="Rectangle 774"/>
          <p:cNvSpPr/>
          <p:nvPr userDrawn="1"/>
        </p:nvSpPr>
        <p:spPr>
          <a:xfrm>
            <a:off x="380904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6" name="Oval 775"/>
          <p:cNvSpPr/>
          <p:nvPr userDrawn="1"/>
        </p:nvSpPr>
        <p:spPr>
          <a:xfrm>
            <a:off x="44928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7" name="Moon 776"/>
          <p:cNvSpPr/>
          <p:nvPr userDrawn="1"/>
        </p:nvSpPr>
        <p:spPr>
          <a:xfrm>
            <a:off x="44928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8" name="Rectangle 777"/>
          <p:cNvSpPr/>
          <p:nvPr userDrawn="1"/>
        </p:nvSpPr>
        <p:spPr>
          <a:xfrm>
            <a:off x="761807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" name="Oval 778"/>
          <p:cNvSpPr/>
          <p:nvPr userDrawn="1"/>
        </p:nvSpPr>
        <p:spPr>
          <a:xfrm>
            <a:off x="83018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0" name="Moon 779"/>
          <p:cNvSpPr/>
          <p:nvPr userDrawn="1"/>
        </p:nvSpPr>
        <p:spPr>
          <a:xfrm>
            <a:off x="83018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1" name="Rectangle 780"/>
          <p:cNvSpPr/>
          <p:nvPr userDrawn="1"/>
        </p:nvSpPr>
        <p:spPr>
          <a:xfrm>
            <a:off x="1142711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2" name="Oval 781"/>
          <p:cNvSpPr/>
          <p:nvPr userDrawn="1"/>
        </p:nvSpPr>
        <p:spPr>
          <a:xfrm>
            <a:off x="121108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3" name="Moon 782"/>
          <p:cNvSpPr/>
          <p:nvPr userDrawn="1"/>
        </p:nvSpPr>
        <p:spPr>
          <a:xfrm>
            <a:off x="121108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4" name="Rectangle 783"/>
          <p:cNvSpPr/>
          <p:nvPr userDrawn="1"/>
        </p:nvSpPr>
        <p:spPr>
          <a:xfrm>
            <a:off x="1523614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85" name="Oval 784"/>
          <p:cNvSpPr/>
          <p:nvPr userDrawn="1"/>
        </p:nvSpPr>
        <p:spPr>
          <a:xfrm>
            <a:off x="159199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6" name="Moon 785"/>
          <p:cNvSpPr/>
          <p:nvPr userDrawn="1"/>
        </p:nvSpPr>
        <p:spPr>
          <a:xfrm>
            <a:off x="159199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7" name="Rectangle 786"/>
          <p:cNvSpPr/>
          <p:nvPr userDrawn="1"/>
        </p:nvSpPr>
        <p:spPr>
          <a:xfrm>
            <a:off x="1904518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88" name="Oval 787"/>
          <p:cNvSpPr/>
          <p:nvPr userDrawn="1"/>
        </p:nvSpPr>
        <p:spPr>
          <a:xfrm>
            <a:off x="1972894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9" name="Moon 788"/>
          <p:cNvSpPr/>
          <p:nvPr userDrawn="1"/>
        </p:nvSpPr>
        <p:spPr>
          <a:xfrm>
            <a:off x="1972894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0" name="Rectangle 789"/>
          <p:cNvSpPr/>
          <p:nvPr userDrawn="1"/>
        </p:nvSpPr>
        <p:spPr>
          <a:xfrm>
            <a:off x="2285421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1" name="Oval 790"/>
          <p:cNvSpPr/>
          <p:nvPr userDrawn="1"/>
        </p:nvSpPr>
        <p:spPr>
          <a:xfrm>
            <a:off x="235379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2" name="Moon 791"/>
          <p:cNvSpPr/>
          <p:nvPr userDrawn="1"/>
        </p:nvSpPr>
        <p:spPr>
          <a:xfrm>
            <a:off x="235379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3" name="Rectangle 792"/>
          <p:cNvSpPr/>
          <p:nvPr userDrawn="1"/>
        </p:nvSpPr>
        <p:spPr>
          <a:xfrm>
            <a:off x="2666325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4" name="Oval 793"/>
          <p:cNvSpPr/>
          <p:nvPr userDrawn="1"/>
        </p:nvSpPr>
        <p:spPr>
          <a:xfrm>
            <a:off x="2734701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5" name="Moon 794"/>
          <p:cNvSpPr/>
          <p:nvPr userDrawn="1"/>
        </p:nvSpPr>
        <p:spPr>
          <a:xfrm>
            <a:off x="2734701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6" name="Rectangle 795"/>
          <p:cNvSpPr/>
          <p:nvPr userDrawn="1"/>
        </p:nvSpPr>
        <p:spPr>
          <a:xfrm>
            <a:off x="3047228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97" name="Oval 796"/>
          <p:cNvSpPr/>
          <p:nvPr userDrawn="1"/>
        </p:nvSpPr>
        <p:spPr>
          <a:xfrm>
            <a:off x="3115604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8" name="Moon 797"/>
          <p:cNvSpPr/>
          <p:nvPr userDrawn="1"/>
        </p:nvSpPr>
        <p:spPr>
          <a:xfrm>
            <a:off x="3115604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9" name="Rectangle 798"/>
          <p:cNvSpPr/>
          <p:nvPr userDrawn="1"/>
        </p:nvSpPr>
        <p:spPr>
          <a:xfrm>
            <a:off x="3428132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0" name="Oval 799"/>
          <p:cNvSpPr/>
          <p:nvPr userDrawn="1"/>
        </p:nvSpPr>
        <p:spPr>
          <a:xfrm>
            <a:off x="3496508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" name="Moon 800"/>
          <p:cNvSpPr/>
          <p:nvPr userDrawn="1"/>
        </p:nvSpPr>
        <p:spPr>
          <a:xfrm>
            <a:off x="3496508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2" name="Rectangle 801"/>
          <p:cNvSpPr/>
          <p:nvPr userDrawn="1"/>
        </p:nvSpPr>
        <p:spPr>
          <a:xfrm>
            <a:off x="3809035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3" name="Oval 802"/>
          <p:cNvSpPr/>
          <p:nvPr userDrawn="1"/>
        </p:nvSpPr>
        <p:spPr>
          <a:xfrm>
            <a:off x="3877411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4" name="Moon 803"/>
          <p:cNvSpPr/>
          <p:nvPr userDrawn="1"/>
        </p:nvSpPr>
        <p:spPr>
          <a:xfrm>
            <a:off x="3877411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5" name="Rectangle 804"/>
          <p:cNvSpPr/>
          <p:nvPr userDrawn="1"/>
        </p:nvSpPr>
        <p:spPr>
          <a:xfrm>
            <a:off x="4189939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6" name="Oval 805"/>
          <p:cNvSpPr/>
          <p:nvPr userDrawn="1"/>
        </p:nvSpPr>
        <p:spPr>
          <a:xfrm>
            <a:off x="4258315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7" name="Moon 806"/>
          <p:cNvSpPr/>
          <p:nvPr userDrawn="1"/>
        </p:nvSpPr>
        <p:spPr>
          <a:xfrm>
            <a:off x="4258315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8" name="Rectangle 807"/>
          <p:cNvSpPr/>
          <p:nvPr userDrawn="1"/>
        </p:nvSpPr>
        <p:spPr>
          <a:xfrm>
            <a:off x="4570842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09" name="Oval 808"/>
          <p:cNvSpPr/>
          <p:nvPr userDrawn="1"/>
        </p:nvSpPr>
        <p:spPr>
          <a:xfrm>
            <a:off x="4639218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0" name="Moon 809"/>
          <p:cNvSpPr/>
          <p:nvPr userDrawn="1"/>
        </p:nvSpPr>
        <p:spPr>
          <a:xfrm>
            <a:off x="4639218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1" name="Rectangle 810"/>
          <p:cNvSpPr/>
          <p:nvPr userDrawn="1"/>
        </p:nvSpPr>
        <p:spPr>
          <a:xfrm>
            <a:off x="4951746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2" name="Oval 811"/>
          <p:cNvSpPr/>
          <p:nvPr userDrawn="1"/>
        </p:nvSpPr>
        <p:spPr>
          <a:xfrm>
            <a:off x="5020122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3" name="Moon 812"/>
          <p:cNvSpPr/>
          <p:nvPr userDrawn="1"/>
        </p:nvSpPr>
        <p:spPr>
          <a:xfrm>
            <a:off x="5020122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4" name="Rectangle 813"/>
          <p:cNvSpPr/>
          <p:nvPr userDrawn="1"/>
        </p:nvSpPr>
        <p:spPr>
          <a:xfrm>
            <a:off x="5332649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5" name="Oval 814"/>
          <p:cNvSpPr/>
          <p:nvPr userDrawn="1"/>
        </p:nvSpPr>
        <p:spPr>
          <a:xfrm>
            <a:off x="5401025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6" name="Moon 815"/>
          <p:cNvSpPr/>
          <p:nvPr userDrawn="1"/>
        </p:nvSpPr>
        <p:spPr>
          <a:xfrm>
            <a:off x="5401025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7" name="Rectangle 816"/>
          <p:cNvSpPr/>
          <p:nvPr userDrawn="1"/>
        </p:nvSpPr>
        <p:spPr>
          <a:xfrm>
            <a:off x="5713553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8" name="Oval 817"/>
          <p:cNvSpPr/>
          <p:nvPr userDrawn="1"/>
        </p:nvSpPr>
        <p:spPr>
          <a:xfrm>
            <a:off x="5781929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" name="Moon 818"/>
          <p:cNvSpPr/>
          <p:nvPr userDrawn="1"/>
        </p:nvSpPr>
        <p:spPr>
          <a:xfrm>
            <a:off x="5781929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" name="Rectangle 819"/>
          <p:cNvSpPr/>
          <p:nvPr userDrawn="1"/>
        </p:nvSpPr>
        <p:spPr>
          <a:xfrm>
            <a:off x="6094456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" name="Oval 820"/>
          <p:cNvSpPr/>
          <p:nvPr userDrawn="1"/>
        </p:nvSpPr>
        <p:spPr>
          <a:xfrm>
            <a:off x="6162832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2" name="Moon 821"/>
          <p:cNvSpPr/>
          <p:nvPr userDrawn="1"/>
        </p:nvSpPr>
        <p:spPr>
          <a:xfrm>
            <a:off x="6162832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3" name="Rectangle 822"/>
          <p:cNvSpPr/>
          <p:nvPr userDrawn="1"/>
        </p:nvSpPr>
        <p:spPr>
          <a:xfrm>
            <a:off x="6475360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" name="Oval 823"/>
          <p:cNvSpPr/>
          <p:nvPr userDrawn="1"/>
        </p:nvSpPr>
        <p:spPr>
          <a:xfrm>
            <a:off x="654373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5" name="Moon 824"/>
          <p:cNvSpPr/>
          <p:nvPr userDrawn="1"/>
        </p:nvSpPr>
        <p:spPr>
          <a:xfrm>
            <a:off x="654373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6" name="Rectangle 825"/>
          <p:cNvSpPr/>
          <p:nvPr userDrawn="1"/>
        </p:nvSpPr>
        <p:spPr>
          <a:xfrm>
            <a:off x="6856263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" name="Oval 826"/>
          <p:cNvSpPr/>
          <p:nvPr userDrawn="1"/>
        </p:nvSpPr>
        <p:spPr>
          <a:xfrm>
            <a:off x="6924639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8" name="Moon 827"/>
          <p:cNvSpPr/>
          <p:nvPr userDrawn="1"/>
        </p:nvSpPr>
        <p:spPr>
          <a:xfrm>
            <a:off x="6924639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9" name="Rectangle 828"/>
          <p:cNvSpPr/>
          <p:nvPr userDrawn="1"/>
        </p:nvSpPr>
        <p:spPr>
          <a:xfrm>
            <a:off x="7237167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0" name="Oval 829"/>
          <p:cNvSpPr/>
          <p:nvPr userDrawn="1"/>
        </p:nvSpPr>
        <p:spPr>
          <a:xfrm>
            <a:off x="730554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1" name="Moon 830"/>
          <p:cNvSpPr/>
          <p:nvPr userDrawn="1"/>
        </p:nvSpPr>
        <p:spPr>
          <a:xfrm>
            <a:off x="730554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2" name="Rectangle 831"/>
          <p:cNvSpPr/>
          <p:nvPr userDrawn="1"/>
        </p:nvSpPr>
        <p:spPr>
          <a:xfrm>
            <a:off x="7618070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3" name="Oval 832"/>
          <p:cNvSpPr/>
          <p:nvPr userDrawn="1"/>
        </p:nvSpPr>
        <p:spPr>
          <a:xfrm>
            <a:off x="768644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4" name="Moon 833"/>
          <p:cNvSpPr/>
          <p:nvPr userDrawn="1"/>
        </p:nvSpPr>
        <p:spPr>
          <a:xfrm>
            <a:off x="768644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5" name="Rectangle 834"/>
          <p:cNvSpPr/>
          <p:nvPr userDrawn="1"/>
        </p:nvSpPr>
        <p:spPr>
          <a:xfrm>
            <a:off x="7998974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36" name="Oval 835"/>
          <p:cNvSpPr/>
          <p:nvPr userDrawn="1"/>
        </p:nvSpPr>
        <p:spPr>
          <a:xfrm>
            <a:off x="806735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7" name="Moon 836"/>
          <p:cNvSpPr/>
          <p:nvPr userDrawn="1"/>
        </p:nvSpPr>
        <p:spPr>
          <a:xfrm>
            <a:off x="806735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8" name="Rectangle 837"/>
          <p:cNvSpPr/>
          <p:nvPr userDrawn="1"/>
        </p:nvSpPr>
        <p:spPr>
          <a:xfrm>
            <a:off x="8379877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9" name="Oval 838"/>
          <p:cNvSpPr/>
          <p:nvPr userDrawn="1"/>
        </p:nvSpPr>
        <p:spPr>
          <a:xfrm>
            <a:off x="844825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0" name="Moon 839"/>
          <p:cNvSpPr/>
          <p:nvPr userDrawn="1"/>
        </p:nvSpPr>
        <p:spPr>
          <a:xfrm>
            <a:off x="844825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1" name="Rectangle 840"/>
          <p:cNvSpPr/>
          <p:nvPr userDrawn="1"/>
        </p:nvSpPr>
        <p:spPr>
          <a:xfrm>
            <a:off x="8760781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2" name="Oval 841"/>
          <p:cNvSpPr/>
          <p:nvPr userDrawn="1"/>
        </p:nvSpPr>
        <p:spPr>
          <a:xfrm>
            <a:off x="882915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3" name="Moon 842"/>
          <p:cNvSpPr/>
          <p:nvPr userDrawn="1"/>
        </p:nvSpPr>
        <p:spPr>
          <a:xfrm>
            <a:off x="882915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6" name="Rectangle 915"/>
          <p:cNvSpPr/>
          <p:nvPr userDrawn="1"/>
        </p:nvSpPr>
        <p:spPr>
          <a:xfrm>
            <a:off x="0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17" name="Oval 916"/>
          <p:cNvSpPr/>
          <p:nvPr userDrawn="1"/>
        </p:nvSpPr>
        <p:spPr>
          <a:xfrm>
            <a:off x="68376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8" name="Moon 917"/>
          <p:cNvSpPr/>
          <p:nvPr userDrawn="1"/>
        </p:nvSpPr>
        <p:spPr>
          <a:xfrm>
            <a:off x="68376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9" name="Rectangle 918"/>
          <p:cNvSpPr/>
          <p:nvPr userDrawn="1"/>
        </p:nvSpPr>
        <p:spPr>
          <a:xfrm>
            <a:off x="380904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20" name="Oval 919"/>
          <p:cNvSpPr/>
          <p:nvPr userDrawn="1"/>
        </p:nvSpPr>
        <p:spPr>
          <a:xfrm>
            <a:off x="449280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" name="Moon 920"/>
          <p:cNvSpPr/>
          <p:nvPr userDrawn="1"/>
        </p:nvSpPr>
        <p:spPr>
          <a:xfrm>
            <a:off x="44928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" name="Rectangle 921"/>
          <p:cNvSpPr/>
          <p:nvPr userDrawn="1"/>
        </p:nvSpPr>
        <p:spPr>
          <a:xfrm>
            <a:off x="761807" y="1523459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" name="Oval 922"/>
          <p:cNvSpPr/>
          <p:nvPr userDrawn="1"/>
        </p:nvSpPr>
        <p:spPr>
          <a:xfrm>
            <a:off x="830183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4" name="Moon 923"/>
          <p:cNvSpPr/>
          <p:nvPr userDrawn="1"/>
        </p:nvSpPr>
        <p:spPr>
          <a:xfrm>
            <a:off x="830183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5" name="Rectangle 924"/>
          <p:cNvSpPr/>
          <p:nvPr userDrawn="1"/>
        </p:nvSpPr>
        <p:spPr>
          <a:xfrm>
            <a:off x="1142711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6" name="Oval 925"/>
          <p:cNvSpPr/>
          <p:nvPr userDrawn="1"/>
        </p:nvSpPr>
        <p:spPr>
          <a:xfrm>
            <a:off x="1211087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7" name="Moon 926"/>
          <p:cNvSpPr/>
          <p:nvPr userDrawn="1"/>
        </p:nvSpPr>
        <p:spPr>
          <a:xfrm>
            <a:off x="1211087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8" name="Rectangle 927"/>
          <p:cNvSpPr/>
          <p:nvPr userDrawn="1"/>
        </p:nvSpPr>
        <p:spPr>
          <a:xfrm>
            <a:off x="1523614" y="1523459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9" name="Oval 928"/>
          <p:cNvSpPr/>
          <p:nvPr userDrawn="1"/>
        </p:nvSpPr>
        <p:spPr>
          <a:xfrm>
            <a:off x="1591990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0" name="Moon 929"/>
          <p:cNvSpPr/>
          <p:nvPr userDrawn="1"/>
        </p:nvSpPr>
        <p:spPr>
          <a:xfrm>
            <a:off x="159199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1" name="Rectangle 930"/>
          <p:cNvSpPr/>
          <p:nvPr userDrawn="1"/>
        </p:nvSpPr>
        <p:spPr>
          <a:xfrm>
            <a:off x="1904518" y="1523459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2" name="Oval 931"/>
          <p:cNvSpPr/>
          <p:nvPr userDrawn="1"/>
        </p:nvSpPr>
        <p:spPr>
          <a:xfrm>
            <a:off x="1972894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3" name="Moon 932"/>
          <p:cNvSpPr/>
          <p:nvPr userDrawn="1"/>
        </p:nvSpPr>
        <p:spPr>
          <a:xfrm>
            <a:off x="1972894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4" name="Rectangle 933"/>
          <p:cNvSpPr/>
          <p:nvPr userDrawn="1"/>
        </p:nvSpPr>
        <p:spPr>
          <a:xfrm>
            <a:off x="2285421" y="1523459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5" name="Oval 934"/>
          <p:cNvSpPr/>
          <p:nvPr userDrawn="1"/>
        </p:nvSpPr>
        <p:spPr>
          <a:xfrm>
            <a:off x="2353797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" name="Moon 935"/>
          <p:cNvSpPr/>
          <p:nvPr userDrawn="1"/>
        </p:nvSpPr>
        <p:spPr>
          <a:xfrm>
            <a:off x="2353797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7" name="Rectangle 936"/>
          <p:cNvSpPr/>
          <p:nvPr userDrawn="1"/>
        </p:nvSpPr>
        <p:spPr>
          <a:xfrm>
            <a:off x="2666325" y="1523459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8" name="Oval 937"/>
          <p:cNvSpPr/>
          <p:nvPr userDrawn="1"/>
        </p:nvSpPr>
        <p:spPr>
          <a:xfrm>
            <a:off x="2734701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9" name="Moon 938"/>
          <p:cNvSpPr/>
          <p:nvPr userDrawn="1"/>
        </p:nvSpPr>
        <p:spPr>
          <a:xfrm>
            <a:off x="2734701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0" name="Rectangle 939"/>
          <p:cNvSpPr/>
          <p:nvPr userDrawn="1"/>
        </p:nvSpPr>
        <p:spPr>
          <a:xfrm>
            <a:off x="3047228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1" name="Oval 940"/>
          <p:cNvSpPr/>
          <p:nvPr userDrawn="1"/>
        </p:nvSpPr>
        <p:spPr>
          <a:xfrm>
            <a:off x="3115604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2" name="Moon 941"/>
          <p:cNvSpPr/>
          <p:nvPr userDrawn="1"/>
        </p:nvSpPr>
        <p:spPr>
          <a:xfrm>
            <a:off x="3115604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3" name="Rectangle 942"/>
          <p:cNvSpPr/>
          <p:nvPr userDrawn="1"/>
        </p:nvSpPr>
        <p:spPr>
          <a:xfrm>
            <a:off x="3428132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4" name="Oval 943"/>
          <p:cNvSpPr/>
          <p:nvPr userDrawn="1"/>
        </p:nvSpPr>
        <p:spPr>
          <a:xfrm>
            <a:off x="3496508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5" name="Moon 944"/>
          <p:cNvSpPr/>
          <p:nvPr userDrawn="1"/>
        </p:nvSpPr>
        <p:spPr>
          <a:xfrm>
            <a:off x="3496508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6" name="Rectangle 945"/>
          <p:cNvSpPr/>
          <p:nvPr userDrawn="1"/>
        </p:nvSpPr>
        <p:spPr>
          <a:xfrm>
            <a:off x="3809035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7" name="Oval 946"/>
          <p:cNvSpPr/>
          <p:nvPr userDrawn="1"/>
        </p:nvSpPr>
        <p:spPr>
          <a:xfrm>
            <a:off x="3877411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8" name="Moon 947"/>
          <p:cNvSpPr/>
          <p:nvPr userDrawn="1"/>
        </p:nvSpPr>
        <p:spPr>
          <a:xfrm>
            <a:off x="3877411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9" name="Rectangle 948"/>
          <p:cNvSpPr/>
          <p:nvPr userDrawn="1"/>
        </p:nvSpPr>
        <p:spPr>
          <a:xfrm>
            <a:off x="4189939" y="1523459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0" name="Oval 949"/>
          <p:cNvSpPr/>
          <p:nvPr userDrawn="1"/>
        </p:nvSpPr>
        <p:spPr>
          <a:xfrm>
            <a:off x="4258315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1" name="Moon 950"/>
          <p:cNvSpPr/>
          <p:nvPr userDrawn="1"/>
        </p:nvSpPr>
        <p:spPr>
          <a:xfrm>
            <a:off x="4258315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2" name="Rectangle 951"/>
          <p:cNvSpPr/>
          <p:nvPr userDrawn="1"/>
        </p:nvSpPr>
        <p:spPr>
          <a:xfrm>
            <a:off x="4570842" y="152345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3" name="Oval 952"/>
          <p:cNvSpPr/>
          <p:nvPr userDrawn="1"/>
        </p:nvSpPr>
        <p:spPr>
          <a:xfrm>
            <a:off x="4639218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4" name="Moon 953"/>
          <p:cNvSpPr/>
          <p:nvPr userDrawn="1"/>
        </p:nvSpPr>
        <p:spPr>
          <a:xfrm>
            <a:off x="4639218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5" name="Rectangle 954"/>
          <p:cNvSpPr/>
          <p:nvPr userDrawn="1"/>
        </p:nvSpPr>
        <p:spPr>
          <a:xfrm>
            <a:off x="4951746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56" name="Oval 955"/>
          <p:cNvSpPr/>
          <p:nvPr userDrawn="1"/>
        </p:nvSpPr>
        <p:spPr>
          <a:xfrm>
            <a:off x="5020122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7" name="Moon 956"/>
          <p:cNvSpPr/>
          <p:nvPr userDrawn="1"/>
        </p:nvSpPr>
        <p:spPr>
          <a:xfrm>
            <a:off x="5020122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8" name="Rectangle 957"/>
          <p:cNvSpPr/>
          <p:nvPr userDrawn="1"/>
        </p:nvSpPr>
        <p:spPr>
          <a:xfrm>
            <a:off x="5332649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59" name="Oval 958"/>
          <p:cNvSpPr/>
          <p:nvPr userDrawn="1"/>
        </p:nvSpPr>
        <p:spPr>
          <a:xfrm>
            <a:off x="5401025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0" name="Moon 959"/>
          <p:cNvSpPr/>
          <p:nvPr userDrawn="1"/>
        </p:nvSpPr>
        <p:spPr>
          <a:xfrm>
            <a:off x="5401025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1" name="Rectangle 960"/>
          <p:cNvSpPr/>
          <p:nvPr userDrawn="1"/>
        </p:nvSpPr>
        <p:spPr>
          <a:xfrm>
            <a:off x="5713553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62" name="Oval 961"/>
          <p:cNvSpPr/>
          <p:nvPr userDrawn="1"/>
        </p:nvSpPr>
        <p:spPr>
          <a:xfrm>
            <a:off x="5781929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" name="Moon 962"/>
          <p:cNvSpPr/>
          <p:nvPr userDrawn="1"/>
        </p:nvSpPr>
        <p:spPr>
          <a:xfrm>
            <a:off x="5781929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" name="Rectangle 963"/>
          <p:cNvSpPr/>
          <p:nvPr userDrawn="1"/>
        </p:nvSpPr>
        <p:spPr>
          <a:xfrm>
            <a:off x="6094456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" name="Oval 964"/>
          <p:cNvSpPr/>
          <p:nvPr userDrawn="1"/>
        </p:nvSpPr>
        <p:spPr>
          <a:xfrm>
            <a:off x="6162832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" name="Moon 965"/>
          <p:cNvSpPr/>
          <p:nvPr userDrawn="1"/>
        </p:nvSpPr>
        <p:spPr>
          <a:xfrm>
            <a:off x="6162832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7" name="Rectangle 966"/>
          <p:cNvSpPr/>
          <p:nvPr userDrawn="1"/>
        </p:nvSpPr>
        <p:spPr>
          <a:xfrm>
            <a:off x="6475360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" name="Oval 967"/>
          <p:cNvSpPr/>
          <p:nvPr userDrawn="1"/>
        </p:nvSpPr>
        <p:spPr>
          <a:xfrm>
            <a:off x="6543736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" name="Moon 968"/>
          <p:cNvSpPr/>
          <p:nvPr userDrawn="1"/>
        </p:nvSpPr>
        <p:spPr>
          <a:xfrm>
            <a:off x="6543736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0" name="Rectangle 969"/>
          <p:cNvSpPr/>
          <p:nvPr userDrawn="1"/>
        </p:nvSpPr>
        <p:spPr>
          <a:xfrm>
            <a:off x="6856263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1" name="Oval 970"/>
          <p:cNvSpPr/>
          <p:nvPr userDrawn="1"/>
        </p:nvSpPr>
        <p:spPr>
          <a:xfrm>
            <a:off x="6924639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2" name="Moon 971"/>
          <p:cNvSpPr/>
          <p:nvPr userDrawn="1"/>
        </p:nvSpPr>
        <p:spPr>
          <a:xfrm>
            <a:off x="6924639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3" name="Rectangle 972"/>
          <p:cNvSpPr/>
          <p:nvPr userDrawn="1"/>
        </p:nvSpPr>
        <p:spPr>
          <a:xfrm>
            <a:off x="7237167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74" name="Oval 973"/>
          <p:cNvSpPr/>
          <p:nvPr userDrawn="1"/>
        </p:nvSpPr>
        <p:spPr>
          <a:xfrm>
            <a:off x="7305543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5" name="Moon 974"/>
          <p:cNvSpPr/>
          <p:nvPr userDrawn="1"/>
        </p:nvSpPr>
        <p:spPr>
          <a:xfrm>
            <a:off x="7305543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6" name="Rectangle 975"/>
          <p:cNvSpPr/>
          <p:nvPr userDrawn="1"/>
        </p:nvSpPr>
        <p:spPr>
          <a:xfrm>
            <a:off x="7618070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77" name="Oval 976"/>
          <p:cNvSpPr/>
          <p:nvPr userDrawn="1"/>
        </p:nvSpPr>
        <p:spPr>
          <a:xfrm>
            <a:off x="7686446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8" name="Moon 977"/>
          <p:cNvSpPr/>
          <p:nvPr userDrawn="1"/>
        </p:nvSpPr>
        <p:spPr>
          <a:xfrm>
            <a:off x="7686446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" name="Rectangle 978"/>
          <p:cNvSpPr/>
          <p:nvPr userDrawn="1"/>
        </p:nvSpPr>
        <p:spPr>
          <a:xfrm>
            <a:off x="7998974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0" name="Oval 979"/>
          <p:cNvSpPr/>
          <p:nvPr userDrawn="1"/>
        </p:nvSpPr>
        <p:spPr>
          <a:xfrm>
            <a:off x="8067350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1" name="Moon 980"/>
          <p:cNvSpPr/>
          <p:nvPr userDrawn="1"/>
        </p:nvSpPr>
        <p:spPr>
          <a:xfrm>
            <a:off x="806735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2" name="Rectangle 981"/>
          <p:cNvSpPr/>
          <p:nvPr userDrawn="1"/>
        </p:nvSpPr>
        <p:spPr>
          <a:xfrm>
            <a:off x="8379877" y="1523459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3" name="Oval 982"/>
          <p:cNvSpPr/>
          <p:nvPr userDrawn="1"/>
        </p:nvSpPr>
        <p:spPr>
          <a:xfrm>
            <a:off x="8448253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4" name="Moon 983"/>
          <p:cNvSpPr/>
          <p:nvPr userDrawn="1"/>
        </p:nvSpPr>
        <p:spPr>
          <a:xfrm>
            <a:off x="8448253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5" name="Rectangle 984"/>
          <p:cNvSpPr/>
          <p:nvPr userDrawn="1"/>
        </p:nvSpPr>
        <p:spPr>
          <a:xfrm>
            <a:off x="8760781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6" name="Oval 985"/>
          <p:cNvSpPr/>
          <p:nvPr userDrawn="1"/>
        </p:nvSpPr>
        <p:spPr>
          <a:xfrm>
            <a:off x="8829157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7" name="Moon 986"/>
          <p:cNvSpPr/>
          <p:nvPr userDrawn="1"/>
        </p:nvSpPr>
        <p:spPr>
          <a:xfrm>
            <a:off x="8829157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03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GO - Title and Content 4">
    <p:bg>
      <p:bgPr>
        <a:gradFill>
          <a:gsLst>
            <a:gs pos="47000">
              <a:schemeClr val="accent3">
                <a:lumMod val="5000"/>
                <a:lumOff val="95000"/>
              </a:schemeClr>
            </a:gs>
            <a:gs pos="83000">
              <a:schemeClr val="accent3">
                <a:lumMod val="45000"/>
                <a:lumOff val="5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2133" y="893670"/>
            <a:ext cx="7399734" cy="797019"/>
          </a:xfrm>
        </p:spPr>
        <p:txBody>
          <a:bodyPr>
            <a:normAutofit/>
          </a:bodyPr>
          <a:lstStyle>
            <a:lvl1pPr>
              <a:defRPr sz="5400" b="0"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133" y="1890490"/>
            <a:ext cx="7399734" cy="3440119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2133" y="5530410"/>
            <a:ext cx="2057400" cy="365125"/>
          </a:xfrm>
        </p:spPr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5530410"/>
            <a:ext cx="3086100" cy="365125"/>
          </a:xfrm>
        </p:spPr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4467" y="5530410"/>
            <a:ext cx="2057400" cy="365125"/>
          </a:xfrm>
        </p:spPr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  <p:sp>
        <p:nvSpPr>
          <p:cNvPr id="559" name="Rectangle 558"/>
          <p:cNvSpPr/>
          <p:nvPr userDrawn="1"/>
        </p:nvSpPr>
        <p:spPr>
          <a:xfrm>
            <a:off x="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0" name="Oval 559"/>
          <p:cNvSpPr/>
          <p:nvPr userDrawn="1"/>
        </p:nvSpPr>
        <p:spPr>
          <a:xfrm>
            <a:off x="6837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1" name="Moon 560"/>
          <p:cNvSpPr/>
          <p:nvPr userDrawn="1"/>
        </p:nvSpPr>
        <p:spPr>
          <a:xfrm>
            <a:off x="6837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Rectangle 561"/>
          <p:cNvSpPr/>
          <p:nvPr userDrawn="1"/>
        </p:nvSpPr>
        <p:spPr>
          <a:xfrm>
            <a:off x="380904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3" name="Oval 562"/>
          <p:cNvSpPr/>
          <p:nvPr userDrawn="1"/>
        </p:nvSpPr>
        <p:spPr>
          <a:xfrm>
            <a:off x="44928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4" name="Moon 563"/>
          <p:cNvSpPr/>
          <p:nvPr userDrawn="1"/>
        </p:nvSpPr>
        <p:spPr>
          <a:xfrm>
            <a:off x="44928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5" name="Rectangle 564"/>
          <p:cNvSpPr/>
          <p:nvPr userDrawn="1"/>
        </p:nvSpPr>
        <p:spPr>
          <a:xfrm>
            <a:off x="8379877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6" name="Oval 565"/>
          <p:cNvSpPr/>
          <p:nvPr userDrawn="1"/>
        </p:nvSpPr>
        <p:spPr>
          <a:xfrm>
            <a:off x="844825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7" name="Moon 566"/>
          <p:cNvSpPr/>
          <p:nvPr userDrawn="1"/>
        </p:nvSpPr>
        <p:spPr>
          <a:xfrm>
            <a:off x="844825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Rectangle 567"/>
          <p:cNvSpPr/>
          <p:nvPr userDrawn="1"/>
        </p:nvSpPr>
        <p:spPr>
          <a:xfrm>
            <a:off x="8760781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9" name="Oval 568"/>
          <p:cNvSpPr/>
          <p:nvPr userDrawn="1"/>
        </p:nvSpPr>
        <p:spPr>
          <a:xfrm>
            <a:off x="882915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0" name="Moon 569"/>
          <p:cNvSpPr/>
          <p:nvPr userDrawn="1"/>
        </p:nvSpPr>
        <p:spPr>
          <a:xfrm>
            <a:off x="882915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1" name="Rectangle 570"/>
          <p:cNvSpPr/>
          <p:nvPr userDrawn="1"/>
        </p:nvSpPr>
        <p:spPr>
          <a:xfrm>
            <a:off x="0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" name="Oval 571"/>
          <p:cNvSpPr/>
          <p:nvPr userDrawn="1"/>
        </p:nvSpPr>
        <p:spPr>
          <a:xfrm>
            <a:off x="6837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" name="Moon 572"/>
          <p:cNvSpPr/>
          <p:nvPr userDrawn="1"/>
        </p:nvSpPr>
        <p:spPr>
          <a:xfrm>
            <a:off x="6837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4" name="Rectangle 573"/>
          <p:cNvSpPr/>
          <p:nvPr userDrawn="1"/>
        </p:nvSpPr>
        <p:spPr>
          <a:xfrm>
            <a:off x="380904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5" name="Oval 574"/>
          <p:cNvSpPr/>
          <p:nvPr userDrawn="1"/>
        </p:nvSpPr>
        <p:spPr>
          <a:xfrm>
            <a:off x="44928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6" name="Moon 575"/>
          <p:cNvSpPr/>
          <p:nvPr userDrawn="1"/>
        </p:nvSpPr>
        <p:spPr>
          <a:xfrm>
            <a:off x="44928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7" name="Rectangle 576"/>
          <p:cNvSpPr/>
          <p:nvPr userDrawn="1"/>
        </p:nvSpPr>
        <p:spPr>
          <a:xfrm>
            <a:off x="8379877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78" name="Oval 577"/>
          <p:cNvSpPr/>
          <p:nvPr userDrawn="1"/>
        </p:nvSpPr>
        <p:spPr>
          <a:xfrm>
            <a:off x="844825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Moon 578"/>
          <p:cNvSpPr/>
          <p:nvPr userDrawn="1"/>
        </p:nvSpPr>
        <p:spPr>
          <a:xfrm>
            <a:off x="844825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0" name="Rectangle 579"/>
          <p:cNvSpPr/>
          <p:nvPr userDrawn="1"/>
        </p:nvSpPr>
        <p:spPr>
          <a:xfrm>
            <a:off x="8760781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1" name="Oval 580"/>
          <p:cNvSpPr/>
          <p:nvPr userDrawn="1"/>
        </p:nvSpPr>
        <p:spPr>
          <a:xfrm>
            <a:off x="882915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2" name="Moon 581"/>
          <p:cNvSpPr/>
          <p:nvPr userDrawn="1"/>
        </p:nvSpPr>
        <p:spPr>
          <a:xfrm>
            <a:off x="882915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3" name="Rectangle 582"/>
          <p:cNvSpPr/>
          <p:nvPr userDrawn="1"/>
        </p:nvSpPr>
        <p:spPr>
          <a:xfrm>
            <a:off x="0" y="5712972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4" name="Oval 583"/>
          <p:cNvSpPr/>
          <p:nvPr userDrawn="1"/>
        </p:nvSpPr>
        <p:spPr>
          <a:xfrm>
            <a:off x="68376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5" name="Moon 584"/>
          <p:cNvSpPr/>
          <p:nvPr userDrawn="1"/>
        </p:nvSpPr>
        <p:spPr>
          <a:xfrm>
            <a:off x="6837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6" name="Rectangle 585"/>
          <p:cNvSpPr/>
          <p:nvPr userDrawn="1"/>
        </p:nvSpPr>
        <p:spPr>
          <a:xfrm>
            <a:off x="380904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7" name="Oval 586"/>
          <p:cNvSpPr/>
          <p:nvPr userDrawn="1"/>
        </p:nvSpPr>
        <p:spPr>
          <a:xfrm>
            <a:off x="449280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8" name="Moon 587"/>
          <p:cNvSpPr/>
          <p:nvPr userDrawn="1"/>
        </p:nvSpPr>
        <p:spPr>
          <a:xfrm>
            <a:off x="44928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9" name="Rectangle 588"/>
          <p:cNvSpPr/>
          <p:nvPr userDrawn="1"/>
        </p:nvSpPr>
        <p:spPr>
          <a:xfrm>
            <a:off x="8379877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0" name="Oval 589"/>
          <p:cNvSpPr/>
          <p:nvPr userDrawn="1"/>
        </p:nvSpPr>
        <p:spPr>
          <a:xfrm>
            <a:off x="8448253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1" name="Moon 590"/>
          <p:cNvSpPr/>
          <p:nvPr userDrawn="1"/>
        </p:nvSpPr>
        <p:spPr>
          <a:xfrm>
            <a:off x="844825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2" name="Rectangle 591"/>
          <p:cNvSpPr/>
          <p:nvPr userDrawn="1"/>
        </p:nvSpPr>
        <p:spPr>
          <a:xfrm>
            <a:off x="8760781" y="5712972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3" name="Oval 592"/>
          <p:cNvSpPr/>
          <p:nvPr userDrawn="1"/>
        </p:nvSpPr>
        <p:spPr>
          <a:xfrm>
            <a:off x="8829157" y="578176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4" name="Moon 593"/>
          <p:cNvSpPr/>
          <p:nvPr userDrawn="1"/>
        </p:nvSpPr>
        <p:spPr>
          <a:xfrm>
            <a:off x="882915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5" name="Rectangle 594"/>
          <p:cNvSpPr/>
          <p:nvPr userDrawn="1"/>
        </p:nvSpPr>
        <p:spPr>
          <a:xfrm>
            <a:off x="0" y="533210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6" name="Oval 595"/>
          <p:cNvSpPr/>
          <p:nvPr userDrawn="1"/>
        </p:nvSpPr>
        <p:spPr>
          <a:xfrm>
            <a:off x="68376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7" name="Moon 596"/>
          <p:cNvSpPr/>
          <p:nvPr userDrawn="1"/>
        </p:nvSpPr>
        <p:spPr>
          <a:xfrm>
            <a:off x="6837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Rectangle 597"/>
          <p:cNvSpPr/>
          <p:nvPr userDrawn="1"/>
        </p:nvSpPr>
        <p:spPr>
          <a:xfrm>
            <a:off x="380904" y="533210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Oval 598"/>
          <p:cNvSpPr/>
          <p:nvPr userDrawn="1"/>
        </p:nvSpPr>
        <p:spPr>
          <a:xfrm>
            <a:off x="449280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" name="Moon 599"/>
          <p:cNvSpPr/>
          <p:nvPr userDrawn="1"/>
        </p:nvSpPr>
        <p:spPr>
          <a:xfrm>
            <a:off x="44928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" name="Rectangle 600"/>
          <p:cNvSpPr/>
          <p:nvPr userDrawn="1"/>
        </p:nvSpPr>
        <p:spPr>
          <a:xfrm>
            <a:off x="8379877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Oval 601"/>
          <p:cNvSpPr/>
          <p:nvPr userDrawn="1"/>
        </p:nvSpPr>
        <p:spPr>
          <a:xfrm>
            <a:off x="8448253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" name="Moon 602"/>
          <p:cNvSpPr/>
          <p:nvPr userDrawn="1"/>
        </p:nvSpPr>
        <p:spPr>
          <a:xfrm>
            <a:off x="844825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" name="Rectangle 603"/>
          <p:cNvSpPr/>
          <p:nvPr userDrawn="1"/>
        </p:nvSpPr>
        <p:spPr>
          <a:xfrm>
            <a:off x="8760781" y="5332107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" name="Oval 604"/>
          <p:cNvSpPr/>
          <p:nvPr userDrawn="1"/>
        </p:nvSpPr>
        <p:spPr>
          <a:xfrm>
            <a:off x="8829157" y="540090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Moon 605"/>
          <p:cNvSpPr/>
          <p:nvPr userDrawn="1"/>
        </p:nvSpPr>
        <p:spPr>
          <a:xfrm>
            <a:off x="882915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7" name="Rectangle 606"/>
          <p:cNvSpPr/>
          <p:nvPr userDrawn="1"/>
        </p:nvSpPr>
        <p:spPr>
          <a:xfrm>
            <a:off x="0" y="4951242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8" name="Oval 607"/>
          <p:cNvSpPr/>
          <p:nvPr userDrawn="1"/>
        </p:nvSpPr>
        <p:spPr>
          <a:xfrm>
            <a:off x="68376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9" name="Moon 608"/>
          <p:cNvSpPr/>
          <p:nvPr userDrawn="1"/>
        </p:nvSpPr>
        <p:spPr>
          <a:xfrm>
            <a:off x="68376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0" name="Rectangle 609"/>
          <p:cNvSpPr/>
          <p:nvPr userDrawn="1"/>
        </p:nvSpPr>
        <p:spPr>
          <a:xfrm>
            <a:off x="380904" y="4951242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Oval 610"/>
          <p:cNvSpPr/>
          <p:nvPr userDrawn="1"/>
        </p:nvSpPr>
        <p:spPr>
          <a:xfrm>
            <a:off x="449280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2" name="Moon 611"/>
          <p:cNvSpPr/>
          <p:nvPr userDrawn="1"/>
        </p:nvSpPr>
        <p:spPr>
          <a:xfrm>
            <a:off x="449280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3" name="Rectangle 612"/>
          <p:cNvSpPr/>
          <p:nvPr userDrawn="1"/>
        </p:nvSpPr>
        <p:spPr>
          <a:xfrm>
            <a:off x="8379877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" name="Oval 613"/>
          <p:cNvSpPr/>
          <p:nvPr userDrawn="1"/>
        </p:nvSpPr>
        <p:spPr>
          <a:xfrm>
            <a:off x="8448253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" name="Moon 614"/>
          <p:cNvSpPr/>
          <p:nvPr userDrawn="1"/>
        </p:nvSpPr>
        <p:spPr>
          <a:xfrm>
            <a:off x="8448253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" name="Rectangle 615"/>
          <p:cNvSpPr/>
          <p:nvPr userDrawn="1"/>
        </p:nvSpPr>
        <p:spPr>
          <a:xfrm>
            <a:off x="8760781" y="4951242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Oval 616"/>
          <p:cNvSpPr/>
          <p:nvPr userDrawn="1"/>
        </p:nvSpPr>
        <p:spPr>
          <a:xfrm>
            <a:off x="8829157" y="5020039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8" name="Moon 617"/>
          <p:cNvSpPr/>
          <p:nvPr userDrawn="1"/>
        </p:nvSpPr>
        <p:spPr>
          <a:xfrm>
            <a:off x="8829157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9" name="Rectangle 618"/>
          <p:cNvSpPr/>
          <p:nvPr userDrawn="1"/>
        </p:nvSpPr>
        <p:spPr>
          <a:xfrm>
            <a:off x="0" y="4570377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0" name="Oval 619"/>
          <p:cNvSpPr/>
          <p:nvPr userDrawn="1"/>
        </p:nvSpPr>
        <p:spPr>
          <a:xfrm>
            <a:off x="68376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Moon 620"/>
          <p:cNvSpPr/>
          <p:nvPr userDrawn="1"/>
        </p:nvSpPr>
        <p:spPr>
          <a:xfrm>
            <a:off x="68376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Rectangle 621"/>
          <p:cNvSpPr/>
          <p:nvPr userDrawn="1"/>
        </p:nvSpPr>
        <p:spPr>
          <a:xfrm>
            <a:off x="380904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23" name="Oval 622"/>
          <p:cNvSpPr/>
          <p:nvPr userDrawn="1"/>
        </p:nvSpPr>
        <p:spPr>
          <a:xfrm>
            <a:off x="449280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" name="Moon 623"/>
          <p:cNvSpPr/>
          <p:nvPr userDrawn="1"/>
        </p:nvSpPr>
        <p:spPr>
          <a:xfrm>
            <a:off x="449280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5" name="Rectangle 624"/>
          <p:cNvSpPr/>
          <p:nvPr userDrawn="1"/>
        </p:nvSpPr>
        <p:spPr>
          <a:xfrm>
            <a:off x="8379877" y="4570377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6" name="Oval 625"/>
          <p:cNvSpPr/>
          <p:nvPr userDrawn="1"/>
        </p:nvSpPr>
        <p:spPr>
          <a:xfrm>
            <a:off x="8448253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7" name="Moon 626"/>
          <p:cNvSpPr/>
          <p:nvPr userDrawn="1"/>
        </p:nvSpPr>
        <p:spPr>
          <a:xfrm>
            <a:off x="8448253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" name="Rectangle 627"/>
          <p:cNvSpPr/>
          <p:nvPr userDrawn="1"/>
        </p:nvSpPr>
        <p:spPr>
          <a:xfrm>
            <a:off x="8760781" y="4570377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29" name="Oval 628"/>
          <p:cNvSpPr/>
          <p:nvPr userDrawn="1"/>
        </p:nvSpPr>
        <p:spPr>
          <a:xfrm>
            <a:off x="8829157" y="4639174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" name="Moon 629"/>
          <p:cNvSpPr/>
          <p:nvPr userDrawn="1"/>
        </p:nvSpPr>
        <p:spPr>
          <a:xfrm>
            <a:off x="8829157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1" name="Rectangle 630"/>
          <p:cNvSpPr/>
          <p:nvPr userDrawn="1"/>
        </p:nvSpPr>
        <p:spPr>
          <a:xfrm>
            <a:off x="0" y="418951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Oval 631"/>
          <p:cNvSpPr/>
          <p:nvPr userDrawn="1"/>
        </p:nvSpPr>
        <p:spPr>
          <a:xfrm>
            <a:off x="68376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" name="Moon 632"/>
          <p:cNvSpPr/>
          <p:nvPr userDrawn="1"/>
        </p:nvSpPr>
        <p:spPr>
          <a:xfrm>
            <a:off x="68376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4" name="Rectangle 633"/>
          <p:cNvSpPr/>
          <p:nvPr userDrawn="1"/>
        </p:nvSpPr>
        <p:spPr>
          <a:xfrm>
            <a:off x="380904" y="418951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5" name="Oval 634"/>
          <p:cNvSpPr/>
          <p:nvPr userDrawn="1"/>
        </p:nvSpPr>
        <p:spPr>
          <a:xfrm>
            <a:off x="449280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6" name="Moon 635"/>
          <p:cNvSpPr/>
          <p:nvPr userDrawn="1"/>
        </p:nvSpPr>
        <p:spPr>
          <a:xfrm>
            <a:off x="449280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7" name="Rectangle 636"/>
          <p:cNvSpPr/>
          <p:nvPr userDrawn="1"/>
        </p:nvSpPr>
        <p:spPr>
          <a:xfrm>
            <a:off x="8379877" y="418951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8" name="Oval 637"/>
          <p:cNvSpPr/>
          <p:nvPr userDrawn="1"/>
        </p:nvSpPr>
        <p:spPr>
          <a:xfrm>
            <a:off x="8448253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9" name="Moon 638"/>
          <p:cNvSpPr/>
          <p:nvPr userDrawn="1"/>
        </p:nvSpPr>
        <p:spPr>
          <a:xfrm>
            <a:off x="8448253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0" name="Rectangle 639"/>
          <p:cNvSpPr/>
          <p:nvPr userDrawn="1"/>
        </p:nvSpPr>
        <p:spPr>
          <a:xfrm>
            <a:off x="8760781" y="418951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Oval 640"/>
          <p:cNvSpPr/>
          <p:nvPr userDrawn="1"/>
        </p:nvSpPr>
        <p:spPr>
          <a:xfrm>
            <a:off x="8829157" y="425831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2" name="Moon 641"/>
          <p:cNvSpPr/>
          <p:nvPr userDrawn="1"/>
        </p:nvSpPr>
        <p:spPr>
          <a:xfrm>
            <a:off x="8829157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3" name="Rectangle 642"/>
          <p:cNvSpPr/>
          <p:nvPr userDrawn="1"/>
        </p:nvSpPr>
        <p:spPr>
          <a:xfrm>
            <a:off x="0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44" name="Oval 643"/>
          <p:cNvSpPr/>
          <p:nvPr userDrawn="1"/>
        </p:nvSpPr>
        <p:spPr>
          <a:xfrm>
            <a:off x="68376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" name="Moon 644"/>
          <p:cNvSpPr/>
          <p:nvPr userDrawn="1"/>
        </p:nvSpPr>
        <p:spPr>
          <a:xfrm>
            <a:off x="68376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6" name="Rectangle 645"/>
          <p:cNvSpPr/>
          <p:nvPr userDrawn="1"/>
        </p:nvSpPr>
        <p:spPr>
          <a:xfrm>
            <a:off x="380904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47" name="Oval 646"/>
          <p:cNvSpPr/>
          <p:nvPr userDrawn="1"/>
        </p:nvSpPr>
        <p:spPr>
          <a:xfrm>
            <a:off x="449280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" name="Moon 647"/>
          <p:cNvSpPr/>
          <p:nvPr userDrawn="1"/>
        </p:nvSpPr>
        <p:spPr>
          <a:xfrm>
            <a:off x="449280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9" name="Rectangle 648"/>
          <p:cNvSpPr/>
          <p:nvPr userDrawn="1"/>
        </p:nvSpPr>
        <p:spPr>
          <a:xfrm>
            <a:off x="8379877" y="380864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50" name="Oval 649"/>
          <p:cNvSpPr/>
          <p:nvPr userDrawn="1"/>
        </p:nvSpPr>
        <p:spPr>
          <a:xfrm>
            <a:off x="8448253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Moon 650"/>
          <p:cNvSpPr/>
          <p:nvPr userDrawn="1"/>
        </p:nvSpPr>
        <p:spPr>
          <a:xfrm>
            <a:off x="8448253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2" name="Rectangle 651"/>
          <p:cNvSpPr/>
          <p:nvPr userDrawn="1"/>
        </p:nvSpPr>
        <p:spPr>
          <a:xfrm>
            <a:off x="8760781" y="3808648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Oval 652"/>
          <p:cNvSpPr/>
          <p:nvPr userDrawn="1"/>
        </p:nvSpPr>
        <p:spPr>
          <a:xfrm>
            <a:off x="8829157" y="387744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" name="Moon 653"/>
          <p:cNvSpPr/>
          <p:nvPr userDrawn="1"/>
        </p:nvSpPr>
        <p:spPr>
          <a:xfrm>
            <a:off x="8829157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5" name="Rectangle 654"/>
          <p:cNvSpPr/>
          <p:nvPr userDrawn="1"/>
        </p:nvSpPr>
        <p:spPr>
          <a:xfrm>
            <a:off x="0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6" name="Oval 655"/>
          <p:cNvSpPr/>
          <p:nvPr userDrawn="1"/>
        </p:nvSpPr>
        <p:spPr>
          <a:xfrm>
            <a:off x="68376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" name="Moon 656"/>
          <p:cNvSpPr/>
          <p:nvPr userDrawn="1"/>
        </p:nvSpPr>
        <p:spPr>
          <a:xfrm>
            <a:off x="68376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8" name="Rectangle 657"/>
          <p:cNvSpPr/>
          <p:nvPr userDrawn="1"/>
        </p:nvSpPr>
        <p:spPr>
          <a:xfrm>
            <a:off x="380904" y="342778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9" name="Oval 658"/>
          <p:cNvSpPr/>
          <p:nvPr userDrawn="1"/>
        </p:nvSpPr>
        <p:spPr>
          <a:xfrm>
            <a:off x="449280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0" name="Moon 659"/>
          <p:cNvSpPr/>
          <p:nvPr userDrawn="1"/>
        </p:nvSpPr>
        <p:spPr>
          <a:xfrm>
            <a:off x="449280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" name="Rectangle 660"/>
          <p:cNvSpPr/>
          <p:nvPr userDrawn="1"/>
        </p:nvSpPr>
        <p:spPr>
          <a:xfrm>
            <a:off x="8379877" y="3427783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Oval 661"/>
          <p:cNvSpPr/>
          <p:nvPr userDrawn="1"/>
        </p:nvSpPr>
        <p:spPr>
          <a:xfrm>
            <a:off x="8448253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3" name="Moon 662"/>
          <p:cNvSpPr/>
          <p:nvPr userDrawn="1"/>
        </p:nvSpPr>
        <p:spPr>
          <a:xfrm>
            <a:off x="8448253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4" name="Rectangle 663"/>
          <p:cNvSpPr/>
          <p:nvPr userDrawn="1"/>
        </p:nvSpPr>
        <p:spPr>
          <a:xfrm>
            <a:off x="8760781" y="3427783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" name="Oval 664"/>
          <p:cNvSpPr/>
          <p:nvPr userDrawn="1"/>
        </p:nvSpPr>
        <p:spPr>
          <a:xfrm>
            <a:off x="8829157" y="349658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6" name="Moon 665"/>
          <p:cNvSpPr/>
          <p:nvPr userDrawn="1"/>
        </p:nvSpPr>
        <p:spPr>
          <a:xfrm>
            <a:off x="8829157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7" name="Rectangle 666"/>
          <p:cNvSpPr/>
          <p:nvPr userDrawn="1"/>
        </p:nvSpPr>
        <p:spPr>
          <a:xfrm>
            <a:off x="0" y="3046918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8" name="Oval 667"/>
          <p:cNvSpPr/>
          <p:nvPr userDrawn="1"/>
        </p:nvSpPr>
        <p:spPr>
          <a:xfrm>
            <a:off x="68376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9" name="Moon 668"/>
          <p:cNvSpPr/>
          <p:nvPr userDrawn="1"/>
        </p:nvSpPr>
        <p:spPr>
          <a:xfrm>
            <a:off x="68376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0" name="Rectangle 669"/>
          <p:cNvSpPr/>
          <p:nvPr userDrawn="1"/>
        </p:nvSpPr>
        <p:spPr>
          <a:xfrm>
            <a:off x="380904" y="3046918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1" name="Oval 670"/>
          <p:cNvSpPr/>
          <p:nvPr userDrawn="1"/>
        </p:nvSpPr>
        <p:spPr>
          <a:xfrm>
            <a:off x="449280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2" name="Moon 671"/>
          <p:cNvSpPr/>
          <p:nvPr userDrawn="1"/>
        </p:nvSpPr>
        <p:spPr>
          <a:xfrm>
            <a:off x="449280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3" name="Rectangle 672"/>
          <p:cNvSpPr/>
          <p:nvPr userDrawn="1"/>
        </p:nvSpPr>
        <p:spPr>
          <a:xfrm>
            <a:off x="8379877" y="304691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74" name="Oval 673"/>
          <p:cNvSpPr/>
          <p:nvPr userDrawn="1"/>
        </p:nvSpPr>
        <p:spPr>
          <a:xfrm>
            <a:off x="8448253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5" name="Moon 674"/>
          <p:cNvSpPr/>
          <p:nvPr userDrawn="1"/>
        </p:nvSpPr>
        <p:spPr>
          <a:xfrm>
            <a:off x="8448253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Rectangle 675"/>
          <p:cNvSpPr/>
          <p:nvPr userDrawn="1"/>
        </p:nvSpPr>
        <p:spPr>
          <a:xfrm>
            <a:off x="8760781" y="3046918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77" name="Oval 676"/>
          <p:cNvSpPr/>
          <p:nvPr userDrawn="1"/>
        </p:nvSpPr>
        <p:spPr>
          <a:xfrm>
            <a:off x="8829157" y="3115715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8" name="Moon 677"/>
          <p:cNvSpPr/>
          <p:nvPr userDrawn="1"/>
        </p:nvSpPr>
        <p:spPr>
          <a:xfrm>
            <a:off x="8829157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9" name="Rectangle 678"/>
          <p:cNvSpPr/>
          <p:nvPr userDrawn="1"/>
        </p:nvSpPr>
        <p:spPr>
          <a:xfrm>
            <a:off x="0" y="2666053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" name="Oval 679"/>
          <p:cNvSpPr/>
          <p:nvPr userDrawn="1"/>
        </p:nvSpPr>
        <p:spPr>
          <a:xfrm>
            <a:off x="68376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1" name="Moon 680"/>
          <p:cNvSpPr/>
          <p:nvPr userDrawn="1"/>
        </p:nvSpPr>
        <p:spPr>
          <a:xfrm>
            <a:off x="68376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2" name="Rectangle 681"/>
          <p:cNvSpPr/>
          <p:nvPr userDrawn="1"/>
        </p:nvSpPr>
        <p:spPr>
          <a:xfrm>
            <a:off x="380904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83" name="Oval 682"/>
          <p:cNvSpPr/>
          <p:nvPr userDrawn="1"/>
        </p:nvSpPr>
        <p:spPr>
          <a:xfrm>
            <a:off x="449280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" name="Moon 683"/>
          <p:cNvSpPr/>
          <p:nvPr userDrawn="1"/>
        </p:nvSpPr>
        <p:spPr>
          <a:xfrm>
            <a:off x="449280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5" name="Rectangle 684"/>
          <p:cNvSpPr/>
          <p:nvPr userDrawn="1"/>
        </p:nvSpPr>
        <p:spPr>
          <a:xfrm>
            <a:off x="8379877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86" name="Oval 685"/>
          <p:cNvSpPr/>
          <p:nvPr userDrawn="1"/>
        </p:nvSpPr>
        <p:spPr>
          <a:xfrm>
            <a:off x="8448253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7" name="Moon 686"/>
          <p:cNvSpPr/>
          <p:nvPr userDrawn="1"/>
        </p:nvSpPr>
        <p:spPr>
          <a:xfrm>
            <a:off x="8448253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" name="Rectangle 687"/>
          <p:cNvSpPr/>
          <p:nvPr userDrawn="1"/>
        </p:nvSpPr>
        <p:spPr>
          <a:xfrm>
            <a:off x="8760781" y="2666053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89" name="Oval 688"/>
          <p:cNvSpPr/>
          <p:nvPr userDrawn="1"/>
        </p:nvSpPr>
        <p:spPr>
          <a:xfrm>
            <a:off x="8829157" y="2734850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0" name="Moon 689"/>
          <p:cNvSpPr/>
          <p:nvPr userDrawn="1"/>
        </p:nvSpPr>
        <p:spPr>
          <a:xfrm>
            <a:off x="8829157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1" name="Rectangle 690"/>
          <p:cNvSpPr/>
          <p:nvPr userDrawn="1"/>
        </p:nvSpPr>
        <p:spPr>
          <a:xfrm>
            <a:off x="0" y="228518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2" name="Oval 691"/>
          <p:cNvSpPr/>
          <p:nvPr userDrawn="1"/>
        </p:nvSpPr>
        <p:spPr>
          <a:xfrm>
            <a:off x="68376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" name="Moon 692"/>
          <p:cNvSpPr/>
          <p:nvPr userDrawn="1"/>
        </p:nvSpPr>
        <p:spPr>
          <a:xfrm>
            <a:off x="68376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4" name="Rectangle 693"/>
          <p:cNvSpPr/>
          <p:nvPr userDrawn="1"/>
        </p:nvSpPr>
        <p:spPr>
          <a:xfrm>
            <a:off x="380904" y="2285189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5" name="Oval 694"/>
          <p:cNvSpPr/>
          <p:nvPr userDrawn="1"/>
        </p:nvSpPr>
        <p:spPr>
          <a:xfrm>
            <a:off x="449280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6" name="Moon 695"/>
          <p:cNvSpPr/>
          <p:nvPr userDrawn="1"/>
        </p:nvSpPr>
        <p:spPr>
          <a:xfrm>
            <a:off x="449280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" name="Rectangle 696"/>
          <p:cNvSpPr/>
          <p:nvPr userDrawn="1"/>
        </p:nvSpPr>
        <p:spPr>
          <a:xfrm>
            <a:off x="8379877" y="228518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8" name="Oval 697"/>
          <p:cNvSpPr/>
          <p:nvPr userDrawn="1"/>
        </p:nvSpPr>
        <p:spPr>
          <a:xfrm>
            <a:off x="8448253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9" name="Moon 698"/>
          <p:cNvSpPr/>
          <p:nvPr userDrawn="1"/>
        </p:nvSpPr>
        <p:spPr>
          <a:xfrm>
            <a:off x="8448253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0" name="Rectangle 699"/>
          <p:cNvSpPr/>
          <p:nvPr userDrawn="1"/>
        </p:nvSpPr>
        <p:spPr>
          <a:xfrm>
            <a:off x="8760781" y="228518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1" name="Oval 700"/>
          <p:cNvSpPr/>
          <p:nvPr userDrawn="1"/>
        </p:nvSpPr>
        <p:spPr>
          <a:xfrm>
            <a:off x="8829157" y="235398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2" name="Moon 701"/>
          <p:cNvSpPr/>
          <p:nvPr userDrawn="1"/>
        </p:nvSpPr>
        <p:spPr>
          <a:xfrm>
            <a:off x="8829157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3" name="Rectangle 702"/>
          <p:cNvSpPr/>
          <p:nvPr userDrawn="1"/>
        </p:nvSpPr>
        <p:spPr>
          <a:xfrm>
            <a:off x="0" y="190432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04" name="Oval 703"/>
          <p:cNvSpPr/>
          <p:nvPr userDrawn="1"/>
        </p:nvSpPr>
        <p:spPr>
          <a:xfrm>
            <a:off x="68376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5" name="Moon 704"/>
          <p:cNvSpPr/>
          <p:nvPr userDrawn="1"/>
        </p:nvSpPr>
        <p:spPr>
          <a:xfrm>
            <a:off x="68376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" name="Rectangle 705"/>
          <p:cNvSpPr/>
          <p:nvPr userDrawn="1"/>
        </p:nvSpPr>
        <p:spPr>
          <a:xfrm>
            <a:off x="380904" y="190432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7" name="Oval 706"/>
          <p:cNvSpPr/>
          <p:nvPr userDrawn="1"/>
        </p:nvSpPr>
        <p:spPr>
          <a:xfrm>
            <a:off x="449280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8" name="Moon 707"/>
          <p:cNvSpPr/>
          <p:nvPr userDrawn="1"/>
        </p:nvSpPr>
        <p:spPr>
          <a:xfrm>
            <a:off x="449280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9" name="Rectangle 708"/>
          <p:cNvSpPr/>
          <p:nvPr userDrawn="1"/>
        </p:nvSpPr>
        <p:spPr>
          <a:xfrm>
            <a:off x="8379877" y="1904324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0" name="Oval 709"/>
          <p:cNvSpPr/>
          <p:nvPr userDrawn="1"/>
        </p:nvSpPr>
        <p:spPr>
          <a:xfrm>
            <a:off x="8448253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1" name="Moon 710"/>
          <p:cNvSpPr/>
          <p:nvPr userDrawn="1"/>
        </p:nvSpPr>
        <p:spPr>
          <a:xfrm>
            <a:off x="8448253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2" name="Rectangle 711"/>
          <p:cNvSpPr/>
          <p:nvPr userDrawn="1"/>
        </p:nvSpPr>
        <p:spPr>
          <a:xfrm>
            <a:off x="8760781" y="1904324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3" name="Oval 712"/>
          <p:cNvSpPr/>
          <p:nvPr userDrawn="1"/>
        </p:nvSpPr>
        <p:spPr>
          <a:xfrm>
            <a:off x="8829157" y="197312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4" name="Moon 713"/>
          <p:cNvSpPr/>
          <p:nvPr userDrawn="1"/>
        </p:nvSpPr>
        <p:spPr>
          <a:xfrm>
            <a:off x="8829157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5" name="Rectangle 714"/>
          <p:cNvSpPr/>
          <p:nvPr userDrawn="1"/>
        </p:nvSpPr>
        <p:spPr>
          <a:xfrm>
            <a:off x="0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16" name="Oval 715"/>
          <p:cNvSpPr/>
          <p:nvPr userDrawn="1"/>
        </p:nvSpPr>
        <p:spPr>
          <a:xfrm>
            <a:off x="68376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" name="Moon 716"/>
          <p:cNvSpPr/>
          <p:nvPr userDrawn="1"/>
        </p:nvSpPr>
        <p:spPr>
          <a:xfrm>
            <a:off x="68376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" name="Rectangle 717"/>
          <p:cNvSpPr/>
          <p:nvPr userDrawn="1"/>
        </p:nvSpPr>
        <p:spPr>
          <a:xfrm>
            <a:off x="380904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19" name="Oval 718"/>
          <p:cNvSpPr/>
          <p:nvPr userDrawn="1"/>
        </p:nvSpPr>
        <p:spPr>
          <a:xfrm>
            <a:off x="449280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0" name="Moon 719"/>
          <p:cNvSpPr/>
          <p:nvPr userDrawn="1"/>
        </p:nvSpPr>
        <p:spPr>
          <a:xfrm>
            <a:off x="44928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1" name="Rectangle 720"/>
          <p:cNvSpPr/>
          <p:nvPr userDrawn="1"/>
        </p:nvSpPr>
        <p:spPr>
          <a:xfrm>
            <a:off x="8379877" y="1523459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2" name="Oval 721"/>
          <p:cNvSpPr/>
          <p:nvPr userDrawn="1"/>
        </p:nvSpPr>
        <p:spPr>
          <a:xfrm>
            <a:off x="8448253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3" name="Moon 722"/>
          <p:cNvSpPr/>
          <p:nvPr userDrawn="1"/>
        </p:nvSpPr>
        <p:spPr>
          <a:xfrm>
            <a:off x="8448253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4" name="Rectangle 723"/>
          <p:cNvSpPr/>
          <p:nvPr userDrawn="1"/>
        </p:nvSpPr>
        <p:spPr>
          <a:xfrm>
            <a:off x="8760781" y="1523459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5" name="Oval 724"/>
          <p:cNvSpPr/>
          <p:nvPr userDrawn="1"/>
        </p:nvSpPr>
        <p:spPr>
          <a:xfrm>
            <a:off x="8829157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6" name="Moon 725"/>
          <p:cNvSpPr/>
          <p:nvPr userDrawn="1"/>
        </p:nvSpPr>
        <p:spPr>
          <a:xfrm>
            <a:off x="8829157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" name="Rectangle 726"/>
          <p:cNvSpPr/>
          <p:nvPr userDrawn="1"/>
        </p:nvSpPr>
        <p:spPr>
          <a:xfrm>
            <a:off x="0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28" name="Oval 727"/>
          <p:cNvSpPr/>
          <p:nvPr userDrawn="1"/>
        </p:nvSpPr>
        <p:spPr>
          <a:xfrm>
            <a:off x="68376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9" name="Moon 728"/>
          <p:cNvSpPr/>
          <p:nvPr userDrawn="1"/>
        </p:nvSpPr>
        <p:spPr>
          <a:xfrm>
            <a:off x="6837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0" name="Rectangle 729"/>
          <p:cNvSpPr/>
          <p:nvPr userDrawn="1"/>
        </p:nvSpPr>
        <p:spPr>
          <a:xfrm>
            <a:off x="380904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31" name="Oval 730"/>
          <p:cNvSpPr/>
          <p:nvPr userDrawn="1"/>
        </p:nvSpPr>
        <p:spPr>
          <a:xfrm>
            <a:off x="449280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2" name="Moon 731"/>
          <p:cNvSpPr/>
          <p:nvPr userDrawn="1"/>
        </p:nvSpPr>
        <p:spPr>
          <a:xfrm>
            <a:off x="44928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3" name="Rectangle 732"/>
          <p:cNvSpPr/>
          <p:nvPr userDrawn="1"/>
        </p:nvSpPr>
        <p:spPr>
          <a:xfrm>
            <a:off x="8379877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4" name="Oval 733"/>
          <p:cNvSpPr/>
          <p:nvPr userDrawn="1"/>
        </p:nvSpPr>
        <p:spPr>
          <a:xfrm>
            <a:off x="8448253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5" name="Moon 734"/>
          <p:cNvSpPr/>
          <p:nvPr userDrawn="1"/>
        </p:nvSpPr>
        <p:spPr>
          <a:xfrm>
            <a:off x="844825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6" name="Rectangle 735"/>
          <p:cNvSpPr/>
          <p:nvPr userDrawn="1"/>
        </p:nvSpPr>
        <p:spPr>
          <a:xfrm>
            <a:off x="8760781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7" name="Oval 736"/>
          <p:cNvSpPr/>
          <p:nvPr userDrawn="1"/>
        </p:nvSpPr>
        <p:spPr>
          <a:xfrm>
            <a:off x="8829157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8" name="Moon 737"/>
          <p:cNvSpPr/>
          <p:nvPr userDrawn="1"/>
        </p:nvSpPr>
        <p:spPr>
          <a:xfrm>
            <a:off x="882915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9" name="Rectangle 738"/>
          <p:cNvSpPr/>
          <p:nvPr userDrawn="1"/>
        </p:nvSpPr>
        <p:spPr>
          <a:xfrm>
            <a:off x="0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40" name="Oval 739"/>
          <p:cNvSpPr/>
          <p:nvPr userDrawn="1"/>
        </p:nvSpPr>
        <p:spPr>
          <a:xfrm>
            <a:off x="68376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1" name="Moon 740"/>
          <p:cNvSpPr/>
          <p:nvPr userDrawn="1"/>
        </p:nvSpPr>
        <p:spPr>
          <a:xfrm>
            <a:off x="6837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" name="Rectangle 741"/>
          <p:cNvSpPr/>
          <p:nvPr userDrawn="1"/>
        </p:nvSpPr>
        <p:spPr>
          <a:xfrm>
            <a:off x="380904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43" name="Oval 742"/>
          <p:cNvSpPr/>
          <p:nvPr userDrawn="1"/>
        </p:nvSpPr>
        <p:spPr>
          <a:xfrm>
            <a:off x="449280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4" name="Moon 743"/>
          <p:cNvSpPr/>
          <p:nvPr userDrawn="1"/>
        </p:nvSpPr>
        <p:spPr>
          <a:xfrm>
            <a:off x="449280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5" name="Rectangle 744"/>
          <p:cNvSpPr/>
          <p:nvPr userDrawn="1"/>
        </p:nvSpPr>
        <p:spPr>
          <a:xfrm>
            <a:off x="8379877" y="76173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6" name="Oval 745"/>
          <p:cNvSpPr/>
          <p:nvPr userDrawn="1"/>
        </p:nvSpPr>
        <p:spPr>
          <a:xfrm>
            <a:off x="8448253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" name="Moon 746"/>
          <p:cNvSpPr/>
          <p:nvPr userDrawn="1"/>
        </p:nvSpPr>
        <p:spPr>
          <a:xfrm>
            <a:off x="8448253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8" name="Rectangle 747"/>
          <p:cNvSpPr/>
          <p:nvPr userDrawn="1"/>
        </p:nvSpPr>
        <p:spPr>
          <a:xfrm>
            <a:off x="8760781" y="76173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9" name="Oval 748"/>
          <p:cNvSpPr/>
          <p:nvPr userDrawn="1"/>
        </p:nvSpPr>
        <p:spPr>
          <a:xfrm>
            <a:off x="8829157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0" name="Moon 749"/>
          <p:cNvSpPr/>
          <p:nvPr userDrawn="1"/>
        </p:nvSpPr>
        <p:spPr>
          <a:xfrm>
            <a:off x="882915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1" name="Rectangle 750"/>
          <p:cNvSpPr/>
          <p:nvPr userDrawn="1"/>
        </p:nvSpPr>
        <p:spPr>
          <a:xfrm>
            <a:off x="0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2" name="Oval 751"/>
          <p:cNvSpPr/>
          <p:nvPr userDrawn="1"/>
        </p:nvSpPr>
        <p:spPr>
          <a:xfrm>
            <a:off x="6837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3" name="Moon 752"/>
          <p:cNvSpPr/>
          <p:nvPr userDrawn="1"/>
        </p:nvSpPr>
        <p:spPr>
          <a:xfrm>
            <a:off x="6837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4" name="Rectangle 753"/>
          <p:cNvSpPr/>
          <p:nvPr userDrawn="1"/>
        </p:nvSpPr>
        <p:spPr>
          <a:xfrm>
            <a:off x="380904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5" name="Oval 754"/>
          <p:cNvSpPr/>
          <p:nvPr userDrawn="1"/>
        </p:nvSpPr>
        <p:spPr>
          <a:xfrm>
            <a:off x="449280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6" name="Moon 755"/>
          <p:cNvSpPr/>
          <p:nvPr userDrawn="1"/>
        </p:nvSpPr>
        <p:spPr>
          <a:xfrm>
            <a:off x="44928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" name="Rectangle 756"/>
          <p:cNvSpPr/>
          <p:nvPr userDrawn="1"/>
        </p:nvSpPr>
        <p:spPr>
          <a:xfrm>
            <a:off x="8379877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" name="Oval 757"/>
          <p:cNvSpPr/>
          <p:nvPr userDrawn="1"/>
        </p:nvSpPr>
        <p:spPr>
          <a:xfrm>
            <a:off x="8448253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9" name="Moon 758"/>
          <p:cNvSpPr/>
          <p:nvPr userDrawn="1"/>
        </p:nvSpPr>
        <p:spPr>
          <a:xfrm>
            <a:off x="844825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0" name="Rectangle 759"/>
          <p:cNvSpPr/>
          <p:nvPr userDrawn="1"/>
        </p:nvSpPr>
        <p:spPr>
          <a:xfrm>
            <a:off x="8760781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1" name="Oval 760"/>
          <p:cNvSpPr/>
          <p:nvPr userDrawn="1"/>
        </p:nvSpPr>
        <p:spPr>
          <a:xfrm>
            <a:off x="8829157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2" name="Moon 761"/>
          <p:cNvSpPr/>
          <p:nvPr userDrawn="1"/>
        </p:nvSpPr>
        <p:spPr>
          <a:xfrm>
            <a:off x="882915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3" name="Rectangle 762"/>
          <p:cNvSpPr/>
          <p:nvPr userDrawn="1"/>
        </p:nvSpPr>
        <p:spPr>
          <a:xfrm>
            <a:off x="0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4" name="Oval 763"/>
          <p:cNvSpPr/>
          <p:nvPr userDrawn="1"/>
        </p:nvSpPr>
        <p:spPr>
          <a:xfrm>
            <a:off x="6837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5" name="Moon 764"/>
          <p:cNvSpPr/>
          <p:nvPr userDrawn="1"/>
        </p:nvSpPr>
        <p:spPr>
          <a:xfrm>
            <a:off x="6837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6" name="Rectangle 765"/>
          <p:cNvSpPr/>
          <p:nvPr userDrawn="1"/>
        </p:nvSpPr>
        <p:spPr>
          <a:xfrm>
            <a:off x="380904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7" name="Oval 766"/>
          <p:cNvSpPr/>
          <p:nvPr userDrawn="1"/>
        </p:nvSpPr>
        <p:spPr>
          <a:xfrm>
            <a:off x="44928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8" name="Moon 767"/>
          <p:cNvSpPr/>
          <p:nvPr userDrawn="1"/>
        </p:nvSpPr>
        <p:spPr>
          <a:xfrm>
            <a:off x="44928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9" name="Rectangle 768"/>
          <p:cNvSpPr/>
          <p:nvPr userDrawn="1"/>
        </p:nvSpPr>
        <p:spPr>
          <a:xfrm>
            <a:off x="8379877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0" name="Oval 769"/>
          <p:cNvSpPr/>
          <p:nvPr userDrawn="1"/>
        </p:nvSpPr>
        <p:spPr>
          <a:xfrm>
            <a:off x="844825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1" name="Moon 770"/>
          <p:cNvSpPr/>
          <p:nvPr userDrawn="1"/>
        </p:nvSpPr>
        <p:spPr>
          <a:xfrm>
            <a:off x="844825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2" name="Rectangle 771"/>
          <p:cNvSpPr/>
          <p:nvPr userDrawn="1"/>
        </p:nvSpPr>
        <p:spPr>
          <a:xfrm>
            <a:off x="8760781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3" name="Oval 772"/>
          <p:cNvSpPr/>
          <p:nvPr userDrawn="1"/>
        </p:nvSpPr>
        <p:spPr>
          <a:xfrm>
            <a:off x="882915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" name="Moon 773"/>
          <p:cNvSpPr/>
          <p:nvPr userDrawn="1"/>
        </p:nvSpPr>
        <p:spPr>
          <a:xfrm>
            <a:off x="882915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5" name="Rectangle 774"/>
          <p:cNvSpPr/>
          <p:nvPr userDrawn="1"/>
        </p:nvSpPr>
        <p:spPr>
          <a:xfrm>
            <a:off x="76180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6" name="Oval 775"/>
          <p:cNvSpPr/>
          <p:nvPr userDrawn="1"/>
        </p:nvSpPr>
        <p:spPr>
          <a:xfrm>
            <a:off x="83018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7" name="Moon 776"/>
          <p:cNvSpPr/>
          <p:nvPr userDrawn="1"/>
        </p:nvSpPr>
        <p:spPr>
          <a:xfrm>
            <a:off x="83018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8" name="Rectangle 777"/>
          <p:cNvSpPr/>
          <p:nvPr userDrawn="1"/>
        </p:nvSpPr>
        <p:spPr>
          <a:xfrm>
            <a:off x="114271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" name="Oval 778"/>
          <p:cNvSpPr/>
          <p:nvPr userDrawn="1"/>
        </p:nvSpPr>
        <p:spPr>
          <a:xfrm>
            <a:off x="121108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0" name="Moon 779"/>
          <p:cNvSpPr/>
          <p:nvPr userDrawn="1"/>
        </p:nvSpPr>
        <p:spPr>
          <a:xfrm>
            <a:off x="121108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1" name="Rectangle 780"/>
          <p:cNvSpPr/>
          <p:nvPr userDrawn="1"/>
        </p:nvSpPr>
        <p:spPr>
          <a:xfrm>
            <a:off x="1523614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2" name="Oval 781"/>
          <p:cNvSpPr/>
          <p:nvPr userDrawn="1"/>
        </p:nvSpPr>
        <p:spPr>
          <a:xfrm>
            <a:off x="159199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3" name="Moon 782"/>
          <p:cNvSpPr/>
          <p:nvPr userDrawn="1"/>
        </p:nvSpPr>
        <p:spPr>
          <a:xfrm>
            <a:off x="159199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4" name="Rectangle 783"/>
          <p:cNvSpPr/>
          <p:nvPr userDrawn="1"/>
        </p:nvSpPr>
        <p:spPr>
          <a:xfrm>
            <a:off x="1904518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5" name="Oval 784"/>
          <p:cNvSpPr/>
          <p:nvPr userDrawn="1"/>
        </p:nvSpPr>
        <p:spPr>
          <a:xfrm>
            <a:off x="197289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6" name="Moon 785"/>
          <p:cNvSpPr/>
          <p:nvPr userDrawn="1"/>
        </p:nvSpPr>
        <p:spPr>
          <a:xfrm>
            <a:off x="197289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7" name="Rectangle 786"/>
          <p:cNvSpPr/>
          <p:nvPr userDrawn="1"/>
        </p:nvSpPr>
        <p:spPr>
          <a:xfrm>
            <a:off x="2285421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8" name="Oval 787"/>
          <p:cNvSpPr/>
          <p:nvPr userDrawn="1"/>
        </p:nvSpPr>
        <p:spPr>
          <a:xfrm>
            <a:off x="2353797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9" name="Moon 788"/>
          <p:cNvSpPr/>
          <p:nvPr userDrawn="1"/>
        </p:nvSpPr>
        <p:spPr>
          <a:xfrm>
            <a:off x="235379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0" name="Rectangle 789"/>
          <p:cNvSpPr/>
          <p:nvPr userDrawn="1"/>
        </p:nvSpPr>
        <p:spPr>
          <a:xfrm>
            <a:off x="2666325" y="647470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1" name="Oval 790"/>
          <p:cNvSpPr/>
          <p:nvPr userDrawn="1"/>
        </p:nvSpPr>
        <p:spPr>
          <a:xfrm>
            <a:off x="273470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2" name="Moon 791"/>
          <p:cNvSpPr/>
          <p:nvPr userDrawn="1"/>
        </p:nvSpPr>
        <p:spPr>
          <a:xfrm>
            <a:off x="273470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3" name="Rectangle 792"/>
          <p:cNvSpPr/>
          <p:nvPr userDrawn="1"/>
        </p:nvSpPr>
        <p:spPr>
          <a:xfrm>
            <a:off x="3047228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94" name="Oval 793"/>
          <p:cNvSpPr/>
          <p:nvPr userDrawn="1"/>
        </p:nvSpPr>
        <p:spPr>
          <a:xfrm>
            <a:off x="3115604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5" name="Moon 794"/>
          <p:cNvSpPr/>
          <p:nvPr userDrawn="1"/>
        </p:nvSpPr>
        <p:spPr>
          <a:xfrm>
            <a:off x="311560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6" name="Rectangle 795"/>
          <p:cNvSpPr/>
          <p:nvPr userDrawn="1"/>
        </p:nvSpPr>
        <p:spPr>
          <a:xfrm>
            <a:off x="3428132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7" name="Oval 796"/>
          <p:cNvSpPr/>
          <p:nvPr userDrawn="1"/>
        </p:nvSpPr>
        <p:spPr>
          <a:xfrm>
            <a:off x="349650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8" name="Moon 797"/>
          <p:cNvSpPr/>
          <p:nvPr userDrawn="1"/>
        </p:nvSpPr>
        <p:spPr>
          <a:xfrm>
            <a:off x="349650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9" name="Rectangle 798"/>
          <p:cNvSpPr/>
          <p:nvPr userDrawn="1"/>
        </p:nvSpPr>
        <p:spPr>
          <a:xfrm>
            <a:off x="3809035" y="647470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0" name="Oval 799"/>
          <p:cNvSpPr/>
          <p:nvPr userDrawn="1"/>
        </p:nvSpPr>
        <p:spPr>
          <a:xfrm>
            <a:off x="3877411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" name="Moon 800"/>
          <p:cNvSpPr/>
          <p:nvPr userDrawn="1"/>
        </p:nvSpPr>
        <p:spPr>
          <a:xfrm>
            <a:off x="387741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2" name="Rectangle 801"/>
          <p:cNvSpPr/>
          <p:nvPr userDrawn="1"/>
        </p:nvSpPr>
        <p:spPr>
          <a:xfrm>
            <a:off x="4189939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3" name="Oval 802"/>
          <p:cNvSpPr/>
          <p:nvPr userDrawn="1"/>
        </p:nvSpPr>
        <p:spPr>
          <a:xfrm>
            <a:off x="425831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4" name="Moon 803"/>
          <p:cNvSpPr/>
          <p:nvPr userDrawn="1"/>
        </p:nvSpPr>
        <p:spPr>
          <a:xfrm>
            <a:off x="425831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5" name="Rectangle 804"/>
          <p:cNvSpPr/>
          <p:nvPr userDrawn="1"/>
        </p:nvSpPr>
        <p:spPr>
          <a:xfrm>
            <a:off x="4570842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6" name="Oval 805"/>
          <p:cNvSpPr/>
          <p:nvPr userDrawn="1"/>
        </p:nvSpPr>
        <p:spPr>
          <a:xfrm>
            <a:off x="4639218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7" name="Moon 806"/>
          <p:cNvSpPr/>
          <p:nvPr userDrawn="1"/>
        </p:nvSpPr>
        <p:spPr>
          <a:xfrm>
            <a:off x="463921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8" name="Rectangle 807"/>
          <p:cNvSpPr/>
          <p:nvPr userDrawn="1"/>
        </p:nvSpPr>
        <p:spPr>
          <a:xfrm>
            <a:off x="4951746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9" name="Oval 808"/>
          <p:cNvSpPr/>
          <p:nvPr userDrawn="1"/>
        </p:nvSpPr>
        <p:spPr>
          <a:xfrm>
            <a:off x="502012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0" name="Moon 809"/>
          <p:cNvSpPr/>
          <p:nvPr userDrawn="1"/>
        </p:nvSpPr>
        <p:spPr>
          <a:xfrm>
            <a:off x="502012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1" name="Rectangle 810"/>
          <p:cNvSpPr/>
          <p:nvPr userDrawn="1"/>
        </p:nvSpPr>
        <p:spPr>
          <a:xfrm>
            <a:off x="5332649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12" name="Oval 811"/>
          <p:cNvSpPr/>
          <p:nvPr userDrawn="1"/>
        </p:nvSpPr>
        <p:spPr>
          <a:xfrm>
            <a:off x="5401025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3" name="Moon 812"/>
          <p:cNvSpPr/>
          <p:nvPr userDrawn="1"/>
        </p:nvSpPr>
        <p:spPr>
          <a:xfrm>
            <a:off x="540102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4" name="Rectangle 813"/>
          <p:cNvSpPr/>
          <p:nvPr userDrawn="1"/>
        </p:nvSpPr>
        <p:spPr>
          <a:xfrm>
            <a:off x="571355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5" name="Oval 814"/>
          <p:cNvSpPr/>
          <p:nvPr userDrawn="1"/>
        </p:nvSpPr>
        <p:spPr>
          <a:xfrm>
            <a:off x="578192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6" name="Moon 815"/>
          <p:cNvSpPr/>
          <p:nvPr userDrawn="1"/>
        </p:nvSpPr>
        <p:spPr>
          <a:xfrm>
            <a:off x="578192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7" name="Rectangle 816"/>
          <p:cNvSpPr/>
          <p:nvPr userDrawn="1"/>
        </p:nvSpPr>
        <p:spPr>
          <a:xfrm>
            <a:off x="6094456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8" name="Oval 817"/>
          <p:cNvSpPr/>
          <p:nvPr userDrawn="1"/>
        </p:nvSpPr>
        <p:spPr>
          <a:xfrm>
            <a:off x="6162832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" name="Moon 818"/>
          <p:cNvSpPr/>
          <p:nvPr userDrawn="1"/>
        </p:nvSpPr>
        <p:spPr>
          <a:xfrm>
            <a:off x="616283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" name="Rectangle 819"/>
          <p:cNvSpPr/>
          <p:nvPr userDrawn="1"/>
        </p:nvSpPr>
        <p:spPr>
          <a:xfrm>
            <a:off x="6475360" y="647470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" name="Oval 820"/>
          <p:cNvSpPr/>
          <p:nvPr userDrawn="1"/>
        </p:nvSpPr>
        <p:spPr>
          <a:xfrm>
            <a:off x="654373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2" name="Moon 821"/>
          <p:cNvSpPr/>
          <p:nvPr userDrawn="1"/>
        </p:nvSpPr>
        <p:spPr>
          <a:xfrm>
            <a:off x="654373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3" name="Rectangle 822"/>
          <p:cNvSpPr/>
          <p:nvPr userDrawn="1"/>
        </p:nvSpPr>
        <p:spPr>
          <a:xfrm>
            <a:off x="6856263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" name="Oval 823"/>
          <p:cNvSpPr/>
          <p:nvPr userDrawn="1"/>
        </p:nvSpPr>
        <p:spPr>
          <a:xfrm>
            <a:off x="6924639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5" name="Moon 824"/>
          <p:cNvSpPr/>
          <p:nvPr userDrawn="1"/>
        </p:nvSpPr>
        <p:spPr>
          <a:xfrm>
            <a:off x="692463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6" name="Rectangle 825"/>
          <p:cNvSpPr/>
          <p:nvPr userDrawn="1"/>
        </p:nvSpPr>
        <p:spPr>
          <a:xfrm>
            <a:off x="7237167" y="647470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" name="Oval 826"/>
          <p:cNvSpPr/>
          <p:nvPr userDrawn="1"/>
        </p:nvSpPr>
        <p:spPr>
          <a:xfrm>
            <a:off x="7305543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8" name="Moon 827"/>
          <p:cNvSpPr/>
          <p:nvPr userDrawn="1"/>
        </p:nvSpPr>
        <p:spPr>
          <a:xfrm>
            <a:off x="730554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9" name="Rectangle 828"/>
          <p:cNvSpPr/>
          <p:nvPr userDrawn="1"/>
        </p:nvSpPr>
        <p:spPr>
          <a:xfrm>
            <a:off x="7618070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30" name="Oval 829"/>
          <p:cNvSpPr/>
          <p:nvPr userDrawn="1"/>
        </p:nvSpPr>
        <p:spPr>
          <a:xfrm>
            <a:off x="7686446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1" name="Moon 830"/>
          <p:cNvSpPr/>
          <p:nvPr userDrawn="1"/>
        </p:nvSpPr>
        <p:spPr>
          <a:xfrm>
            <a:off x="768644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2" name="Rectangle 831"/>
          <p:cNvSpPr/>
          <p:nvPr userDrawn="1"/>
        </p:nvSpPr>
        <p:spPr>
          <a:xfrm>
            <a:off x="7998974" y="647470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33" name="Oval 832"/>
          <p:cNvSpPr/>
          <p:nvPr userDrawn="1"/>
        </p:nvSpPr>
        <p:spPr>
          <a:xfrm>
            <a:off x="8067350" y="65434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4" name="Moon 833"/>
          <p:cNvSpPr/>
          <p:nvPr userDrawn="1"/>
        </p:nvSpPr>
        <p:spPr>
          <a:xfrm>
            <a:off x="806735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5" name="Rectangle 834"/>
          <p:cNvSpPr/>
          <p:nvPr userDrawn="1"/>
        </p:nvSpPr>
        <p:spPr>
          <a:xfrm>
            <a:off x="761807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6" name="Oval 835"/>
          <p:cNvSpPr/>
          <p:nvPr userDrawn="1"/>
        </p:nvSpPr>
        <p:spPr>
          <a:xfrm>
            <a:off x="83018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7" name="Moon 836"/>
          <p:cNvSpPr/>
          <p:nvPr userDrawn="1"/>
        </p:nvSpPr>
        <p:spPr>
          <a:xfrm>
            <a:off x="83018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8" name="Rectangle 837"/>
          <p:cNvSpPr/>
          <p:nvPr userDrawn="1"/>
        </p:nvSpPr>
        <p:spPr>
          <a:xfrm>
            <a:off x="1142711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9" name="Oval 838"/>
          <p:cNvSpPr/>
          <p:nvPr userDrawn="1"/>
        </p:nvSpPr>
        <p:spPr>
          <a:xfrm>
            <a:off x="121108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0" name="Moon 839"/>
          <p:cNvSpPr/>
          <p:nvPr userDrawn="1"/>
        </p:nvSpPr>
        <p:spPr>
          <a:xfrm>
            <a:off x="121108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1" name="Rectangle 840"/>
          <p:cNvSpPr/>
          <p:nvPr userDrawn="1"/>
        </p:nvSpPr>
        <p:spPr>
          <a:xfrm>
            <a:off x="1523614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2" name="Oval 841"/>
          <p:cNvSpPr/>
          <p:nvPr userDrawn="1"/>
        </p:nvSpPr>
        <p:spPr>
          <a:xfrm>
            <a:off x="159199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3" name="Moon 842"/>
          <p:cNvSpPr/>
          <p:nvPr userDrawn="1"/>
        </p:nvSpPr>
        <p:spPr>
          <a:xfrm>
            <a:off x="159199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4" name="Rectangle 843"/>
          <p:cNvSpPr/>
          <p:nvPr userDrawn="1"/>
        </p:nvSpPr>
        <p:spPr>
          <a:xfrm>
            <a:off x="1904518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5" name="Oval 844"/>
          <p:cNvSpPr/>
          <p:nvPr userDrawn="1"/>
        </p:nvSpPr>
        <p:spPr>
          <a:xfrm>
            <a:off x="1972894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6" name="Moon 845"/>
          <p:cNvSpPr/>
          <p:nvPr userDrawn="1"/>
        </p:nvSpPr>
        <p:spPr>
          <a:xfrm>
            <a:off x="1972894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7" name="Rectangle 846"/>
          <p:cNvSpPr/>
          <p:nvPr userDrawn="1"/>
        </p:nvSpPr>
        <p:spPr>
          <a:xfrm>
            <a:off x="2285421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48" name="Oval 847"/>
          <p:cNvSpPr/>
          <p:nvPr userDrawn="1"/>
        </p:nvSpPr>
        <p:spPr>
          <a:xfrm>
            <a:off x="2353797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9" name="Moon 848"/>
          <p:cNvSpPr/>
          <p:nvPr userDrawn="1"/>
        </p:nvSpPr>
        <p:spPr>
          <a:xfrm>
            <a:off x="235379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0" name="Rectangle 849"/>
          <p:cNvSpPr/>
          <p:nvPr userDrawn="1"/>
        </p:nvSpPr>
        <p:spPr>
          <a:xfrm>
            <a:off x="2666325" y="6093836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51" name="Oval 850"/>
          <p:cNvSpPr/>
          <p:nvPr userDrawn="1"/>
        </p:nvSpPr>
        <p:spPr>
          <a:xfrm>
            <a:off x="2734701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2" name="Moon 851"/>
          <p:cNvSpPr/>
          <p:nvPr userDrawn="1"/>
        </p:nvSpPr>
        <p:spPr>
          <a:xfrm>
            <a:off x="2734701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3" name="Rectangle 852"/>
          <p:cNvSpPr/>
          <p:nvPr userDrawn="1"/>
        </p:nvSpPr>
        <p:spPr>
          <a:xfrm>
            <a:off x="3047228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4" name="Oval 853"/>
          <p:cNvSpPr/>
          <p:nvPr userDrawn="1"/>
        </p:nvSpPr>
        <p:spPr>
          <a:xfrm>
            <a:off x="3115604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5" name="Moon 854"/>
          <p:cNvSpPr/>
          <p:nvPr userDrawn="1"/>
        </p:nvSpPr>
        <p:spPr>
          <a:xfrm>
            <a:off x="3115604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6" name="Rectangle 855"/>
          <p:cNvSpPr/>
          <p:nvPr userDrawn="1"/>
        </p:nvSpPr>
        <p:spPr>
          <a:xfrm>
            <a:off x="3428132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7" name="Oval 856"/>
          <p:cNvSpPr/>
          <p:nvPr userDrawn="1"/>
        </p:nvSpPr>
        <p:spPr>
          <a:xfrm>
            <a:off x="3496508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8" name="Moon 857"/>
          <p:cNvSpPr/>
          <p:nvPr userDrawn="1"/>
        </p:nvSpPr>
        <p:spPr>
          <a:xfrm>
            <a:off x="3496508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9" name="Rectangle 858"/>
          <p:cNvSpPr/>
          <p:nvPr userDrawn="1"/>
        </p:nvSpPr>
        <p:spPr>
          <a:xfrm>
            <a:off x="3809035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0" name="Oval 859"/>
          <p:cNvSpPr/>
          <p:nvPr userDrawn="1"/>
        </p:nvSpPr>
        <p:spPr>
          <a:xfrm>
            <a:off x="3877411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1" name="Moon 860"/>
          <p:cNvSpPr/>
          <p:nvPr userDrawn="1"/>
        </p:nvSpPr>
        <p:spPr>
          <a:xfrm>
            <a:off x="3877411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2" name="Rectangle 861"/>
          <p:cNvSpPr/>
          <p:nvPr userDrawn="1"/>
        </p:nvSpPr>
        <p:spPr>
          <a:xfrm>
            <a:off x="4189939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3" name="Oval 862"/>
          <p:cNvSpPr/>
          <p:nvPr userDrawn="1"/>
        </p:nvSpPr>
        <p:spPr>
          <a:xfrm>
            <a:off x="4258315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4" name="Moon 863"/>
          <p:cNvSpPr/>
          <p:nvPr userDrawn="1"/>
        </p:nvSpPr>
        <p:spPr>
          <a:xfrm>
            <a:off x="4258315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5" name="Rectangle 864"/>
          <p:cNvSpPr/>
          <p:nvPr userDrawn="1"/>
        </p:nvSpPr>
        <p:spPr>
          <a:xfrm>
            <a:off x="4570842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6" name="Oval 865"/>
          <p:cNvSpPr/>
          <p:nvPr userDrawn="1"/>
        </p:nvSpPr>
        <p:spPr>
          <a:xfrm>
            <a:off x="4639218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7" name="Moon 866"/>
          <p:cNvSpPr/>
          <p:nvPr userDrawn="1"/>
        </p:nvSpPr>
        <p:spPr>
          <a:xfrm>
            <a:off x="4639218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8" name="Rectangle 867"/>
          <p:cNvSpPr/>
          <p:nvPr userDrawn="1"/>
        </p:nvSpPr>
        <p:spPr>
          <a:xfrm>
            <a:off x="4951746" y="6093836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" name="Oval 868"/>
          <p:cNvSpPr/>
          <p:nvPr userDrawn="1"/>
        </p:nvSpPr>
        <p:spPr>
          <a:xfrm>
            <a:off x="5020122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0" name="Moon 869"/>
          <p:cNvSpPr/>
          <p:nvPr userDrawn="1"/>
        </p:nvSpPr>
        <p:spPr>
          <a:xfrm>
            <a:off x="5020122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1" name="Rectangle 870"/>
          <p:cNvSpPr/>
          <p:nvPr userDrawn="1"/>
        </p:nvSpPr>
        <p:spPr>
          <a:xfrm>
            <a:off x="5332649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2" name="Oval 871"/>
          <p:cNvSpPr/>
          <p:nvPr userDrawn="1"/>
        </p:nvSpPr>
        <p:spPr>
          <a:xfrm>
            <a:off x="5401025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3" name="Moon 872"/>
          <p:cNvSpPr/>
          <p:nvPr userDrawn="1"/>
        </p:nvSpPr>
        <p:spPr>
          <a:xfrm>
            <a:off x="5401025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4" name="Rectangle 873"/>
          <p:cNvSpPr/>
          <p:nvPr userDrawn="1"/>
        </p:nvSpPr>
        <p:spPr>
          <a:xfrm>
            <a:off x="5713553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5" name="Oval 874"/>
          <p:cNvSpPr/>
          <p:nvPr userDrawn="1"/>
        </p:nvSpPr>
        <p:spPr>
          <a:xfrm>
            <a:off x="5781929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6" name="Moon 875"/>
          <p:cNvSpPr/>
          <p:nvPr userDrawn="1"/>
        </p:nvSpPr>
        <p:spPr>
          <a:xfrm>
            <a:off x="5781929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7" name="Rectangle 876"/>
          <p:cNvSpPr/>
          <p:nvPr userDrawn="1"/>
        </p:nvSpPr>
        <p:spPr>
          <a:xfrm>
            <a:off x="6094456" y="6093836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8" name="Oval 877"/>
          <p:cNvSpPr/>
          <p:nvPr userDrawn="1"/>
        </p:nvSpPr>
        <p:spPr>
          <a:xfrm>
            <a:off x="6162832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9" name="Moon 878"/>
          <p:cNvSpPr/>
          <p:nvPr userDrawn="1"/>
        </p:nvSpPr>
        <p:spPr>
          <a:xfrm>
            <a:off x="6162832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0" name="Rectangle 879"/>
          <p:cNvSpPr/>
          <p:nvPr userDrawn="1"/>
        </p:nvSpPr>
        <p:spPr>
          <a:xfrm>
            <a:off x="6475360" y="6093836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1" name="Oval 880"/>
          <p:cNvSpPr/>
          <p:nvPr userDrawn="1"/>
        </p:nvSpPr>
        <p:spPr>
          <a:xfrm>
            <a:off x="654373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2" name="Moon 881"/>
          <p:cNvSpPr/>
          <p:nvPr userDrawn="1"/>
        </p:nvSpPr>
        <p:spPr>
          <a:xfrm>
            <a:off x="654373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3" name="Rectangle 882"/>
          <p:cNvSpPr/>
          <p:nvPr userDrawn="1"/>
        </p:nvSpPr>
        <p:spPr>
          <a:xfrm>
            <a:off x="6856263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4" name="Oval 883"/>
          <p:cNvSpPr/>
          <p:nvPr userDrawn="1"/>
        </p:nvSpPr>
        <p:spPr>
          <a:xfrm>
            <a:off x="6924639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5" name="Moon 884"/>
          <p:cNvSpPr/>
          <p:nvPr userDrawn="1"/>
        </p:nvSpPr>
        <p:spPr>
          <a:xfrm>
            <a:off x="6924639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6" name="Rectangle 885"/>
          <p:cNvSpPr/>
          <p:nvPr userDrawn="1"/>
        </p:nvSpPr>
        <p:spPr>
          <a:xfrm>
            <a:off x="7237167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7" name="Oval 886"/>
          <p:cNvSpPr/>
          <p:nvPr userDrawn="1"/>
        </p:nvSpPr>
        <p:spPr>
          <a:xfrm>
            <a:off x="7305543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8" name="Moon 887"/>
          <p:cNvSpPr/>
          <p:nvPr userDrawn="1"/>
        </p:nvSpPr>
        <p:spPr>
          <a:xfrm>
            <a:off x="730554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9" name="Rectangle 888"/>
          <p:cNvSpPr/>
          <p:nvPr userDrawn="1"/>
        </p:nvSpPr>
        <p:spPr>
          <a:xfrm>
            <a:off x="7618070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0" name="Oval 889"/>
          <p:cNvSpPr/>
          <p:nvPr userDrawn="1"/>
        </p:nvSpPr>
        <p:spPr>
          <a:xfrm>
            <a:off x="7686446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1" name="Moon 890"/>
          <p:cNvSpPr/>
          <p:nvPr userDrawn="1"/>
        </p:nvSpPr>
        <p:spPr>
          <a:xfrm>
            <a:off x="768644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2" name="Rectangle 891"/>
          <p:cNvSpPr/>
          <p:nvPr userDrawn="1"/>
        </p:nvSpPr>
        <p:spPr>
          <a:xfrm>
            <a:off x="7998974" y="6093836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3" name="Oval 892"/>
          <p:cNvSpPr/>
          <p:nvPr userDrawn="1"/>
        </p:nvSpPr>
        <p:spPr>
          <a:xfrm>
            <a:off x="8067350" y="6162633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4" name="Moon 893"/>
          <p:cNvSpPr/>
          <p:nvPr userDrawn="1"/>
        </p:nvSpPr>
        <p:spPr>
          <a:xfrm>
            <a:off x="806735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5" name="Rectangle 894"/>
          <p:cNvSpPr/>
          <p:nvPr userDrawn="1"/>
        </p:nvSpPr>
        <p:spPr>
          <a:xfrm>
            <a:off x="761807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6" name="Oval 895"/>
          <p:cNvSpPr/>
          <p:nvPr userDrawn="1"/>
        </p:nvSpPr>
        <p:spPr>
          <a:xfrm>
            <a:off x="830183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7" name="Moon 896"/>
          <p:cNvSpPr/>
          <p:nvPr userDrawn="1"/>
        </p:nvSpPr>
        <p:spPr>
          <a:xfrm>
            <a:off x="83018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8" name="Rectangle 897"/>
          <p:cNvSpPr/>
          <p:nvPr userDrawn="1"/>
        </p:nvSpPr>
        <p:spPr>
          <a:xfrm>
            <a:off x="1142711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9" name="Oval 898"/>
          <p:cNvSpPr/>
          <p:nvPr userDrawn="1"/>
        </p:nvSpPr>
        <p:spPr>
          <a:xfrm>
            <a:off x="1211087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0" name="Moon 899"/>
          <p:cNvSpPr/>
          <p:nvPr userDrawn="1"/>
        </p:nvSpPr>
        <p:spPr>
          <a:xfrm>
            <a:off x="121108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1" name="Rectangle 900"/>
          <p:cNvSpPr/>
          <p:nvPr userDrawn="1"/>
        </p:nvSpPr>
        <p:spPr>
          <a:xfrm>
            <a:off x="1523614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02" name="Oval 901"/>
          <p:cNvSpPr/>
          <p:nvPr userDrawn="1"/>
        </p:nvSpPr>
        <p:spPr>
          <a:xfrm>
            <a:off x="1591990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3" name="Moon 902"/>
          <p:cNvSpPr/>
          <p:nvPr userDrawn="1"/>
        </p:nvSpPr>
        <p:spPr>
          <a:xfrm>
            <a:off x="159199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4" name="Rectangle 903"/>
          <p:cNvSpPr/>
          <p:nvPr userDrawn="1"/>
        </p:nvSpPr>
        <p:spPr>
          <a:xfrm>
            <a:off x="1904518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05" name="Oval 904"/>
          <p:cNvSpPr/>
          <p:nvPr userDrawn="1"/>
        </p:nvSpPr>
        <p:spPr>
          <a:xfrm>
            <a:off x="1972894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6" name="Moon 905"/>
          <p:cNvSpPr/>
          <p:nvPr userDrawn="1"/>
        </p:nvSpPr>
        <p:spPr>
          <a:xfrm>
            <a:off x="1972894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7" name="Rectangle 906"/>
          <p:cNvSpPr/>
          <p:nvPr userDrawn="1"/>
        </p:nvSpPr>
        <p:spPr>
          <a:xfrm>
            <a:off x="2285421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8" name="Oval 907"/>
          <p:cNvSpPr/>
          <p:nvPr userDrawn="1"/>
        </p:nvSpPr>
        <p:spPr>
          <a:xfrm>
            <a:off x="2353797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9" name="Moon 908"/>
          <p:cNvSpPr/>
          <p:nvPr userDrawn="1"/>
        </p:nvSpPr>
        <p:spPr>
          <a:xfrm>
            <a:off x="235379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0" name="Rectangle 909"/>
          <p:cNvSpPr/>
          <p:nvPr userDrawn="1"/>
        </p:nvSpPr>
        <p:spPr>
          <a:xfrm>
            <a:off x="2666325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1" name="Oval 910"/>
          <p:cNvSpPr/>
          <p:nvPr userDrawn="1"/>
        </p:nvSpPr>
        <p:spPr>
          <a:xfrm>
            <a:off x="2734701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2" name="Moon 911"/>
          <p:cNvSpPr/>
          <p:nvPr userDrawn="1"/>
        </p:nvSpPr>
        <p:spPr>
          <a:xfrm>
            <a:off x="2734701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3" name="Rectangle 912"/>
          <p:cNvSpPr/>
          <p:nvPr userDrawn="1"/>
        </p:nvSpPr>
        <p:spPr>
          <a:xfrm>
            <a:off x="3047228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14" name="Oval 913"/>
          <p:cNvSpPr/>
          <p:nvPr userDrawn="1"/>
        </p:nvSpPr>
        <p:spPr>
          <a:xfrm>
            <a:off x="3115604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5" name="Moon 914"/>
          <p:cNvSpPr/>
          <p:nvPr userDrawn="1"/>
        </p:nvSpPr>
        <p:spPr>
          <a:xfrm>
            <a:off x="3115604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6" name="Rectangle 915"/>
          <p:cNvSpPr/>
          <p:nvPr userDrawn="1"/>
        </p:nvSpPr>
        <p:spPr>
          <a:xfrm>
            <a:off x="3428132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7" name="Oval 916"/>
          <p:cNvSpPr/>
          <p:nvPr userDrawn="1"/>
        </p:nvSpPr>
        <p:spPr>
          <a:xfrm>
            <a:off x="3496508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8" name="Moon 917"/>
          <p:cNvSpPr/>
          <p:nvPr userDrawn="1"/>
        </p:nvSpPr>
        <p:spPr>
          <a:xfrm>
            <a:off x="3496508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9" name="Rectangle 918"/>
          <p:cNvSpPr/>
          <p:nvPr userDrawn="1"/>
        </p:nvSpPr>
        <p:spPr>
          <a:xfrm>
            <a:off x="3809035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0" name="Oval 919"/>
          <p:cNvSpPr/>
          <p:nvPr userDrawn="1"/>
        </p:nvSpPr>
        <p:spPr>
          <a:xfrm>
            <a:off x="3877411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" name="Moon 920"/>
          <p:cNvSpPr/>
          <p:nvPr userDrawn="1"/>
        </p:nvSpPr>
        <p:spPr>
          <a:xfrm>
            <a:off x="3877411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" name="Rectangle 921"/>
          <p:cNvSpPr/>
          <p:nvPr userDrawn="1"/>
        </p:nvSpPr>
        <p:spPr>
          <a:xfrm>
            <a:off x="4189939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" name="Oval 922"/>
          <p:cNvSpPr/>
          <p:nvPr userDrawn="1"/>
        </p:nvSpPr>
        <p:spPr>
          <a:xfrm>
            <a:off x="4258315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4" name="Moon 923"/>
          <p:cNvSpPr/>
          <p:nvPr userDrawn="1"/>
        </p:nvSpPr>
        <p:spPr>
          <a:xfrm>
            <a:off x="4258315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5" name="Rectangle 924"/>
          <p:cNvSpPr/>
          <p:nvPr userDrawn="1"/>
        </p:nvSpPr>
        <p:spPr>
          <a:xfrm>
            <a:off x="4570842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6" name="Oval 925"/>
          <p:cNvSpPr/>
          <p:nvPr userDrawn="1"/>
        </p:nvSpPr>
        <p:spPr>
          <a:xfrm>
            <a:off x="4639218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7" name="Moon 926"/>
          <p:cNvSpPr/>
          <p:nvPr userDrawn="1"/>
        </p:nvSpPr>
        <p:spPr>
          <a:xfrm>
            <a:off x="4639218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8" name="Rectangle 927"/>
          <p:cNvSpPr/>
          <p:nvPr userDrawn="1"/>
        </p:nvSpPr>
        <p:spPr>
          <a:xfrm>
            <a:off x="4951746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29" name="Oval 928"/>
          <p:cNvSpPr/>
          <p:nvPr userDrawn="1"/>
        </p:nvSpPr>
        <p:spPr>
          <a:xfrm>
            <a:off x="5020122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0" name="Moon 929"/>
          <p:cNvSpPr/>
          <p:nvPr userDrawn="1"/>
        </p:nvSpPr>
        <p:spPr>
          <a:xfrm>
            <a:off x="5020122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1" name="Rectangle 930"/>
          <p:cNvSpPr/>
          <p:nvPr userDrawn="1"/>
        </p:nvSpPr>
        <p:spPr>
          <a:xfrm>
            <a:off x="5332649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2" name="Oval 931"/>
          <p:cNvSpPr/>
          <p:nvPr userDrawn="1"/>
        </p:nvSpPr>
        <p:spPr>
          <a:xfrm>
            <a:off x="5401025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3" name="Moon 932"/>
          <p:cNvSpPr/>
          <p:nvPr userDrawn="1"/>
        </p:nvSpPr>
        <p:spPr>
          <a:xfrm>
            <a:off x="5401025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4" name="Rectangle 933"/>
          <p:cNvSpPr/>
          <p:nvPr userDrawn="1"/>
        </p:nvSpPr>
        <p:spPr>
          <a:xfrm>
            <a:off x="5713553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5" name="Oval 934"/>
          <p:cNvSpPr/>
          <p:nvPr userDrawn="1"/>
        </p:nvSpPr>
        <p:spPr>
          <a:xfrm>
            <a:off x="5781929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" name="Moon 935"/>
          <p:cNvSpPr/>
          <p:nvPr userDrawn="1"/>
        </p:nvSpPr>
        <p:spPr>
          <a:xfrm>
            <a:off x="5781929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7" name="Rectangle 936"/>
          <p:cNvSpPr/>
          <p:nvPr userDrawn="1"/>
        </p:nvSpPr>
        <p:spPr>
          <a:xfrm>
            <a:off x="6094456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8" name="Oval 937"/>
          <p:cNvSpPr/>
          <p:nvPr userDrawn="1"/>
        </p:nvSpPr>
        <p:spPr>
          <a:xfrm>
            <a:off x="6162832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9" name="Moon 938"/>
          <p:cNvSpPr/>
          <p:nvPr userDrawn="1"/>
        </p:nvSpPr>
        <p:spPr>
          <a:xfrm>
            <a:off x="6162832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0" name="Rectangle 939"/>
          <p:cNvSpPr/>
          <p:nvPr userDrawn="1"/>
        </p:nvSpPr>
        <p:spPr>
          <a:xfrm>
            <a:off x="6475360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1" name="Oval 940"/>
          <p:cNvSpPr/>
          <p:nvPr userDrawn="1"/>
        </p:nvSpPr>
        <p:spPr>
          <a:xfrm>
            <a:off x="654373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2" name="Moon 941"/>
          <p:cNvSpPr/>
          <p:nvPr userDrawn="1"/>
        </p:nvSpPr>
        <p:spPr>
          <a:xfrm>
            <a:off x="654373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3" name="Rectangle 942"/>
          <p:cNvSpPr/>
          <p:nvPr userDrawn="1"/>
        </p:nvSpPr>
        <p:spPr>
          <a:xfrm>
            <a:off x="6856263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4" name="Oval 943"/>
          <p:cNvSpPr/>
          <p:nvPr userDrawn="1"/>
        </p:nvSpPr>
        <p:spPr>
          <a:xfrm>
            <a:off x="6924639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5" name="Moon 944"/>
          <p:cNvSpPr/>
          <p:nvPr userDrawn="1"/>
        </p:nvSpPr>
        <p:spPr>
          <a:xfrm>
            <a:off x="6924639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6" name="Rectangle 945"/>
          <p:cNvSpPr/>
          <p:nvPr userDrawn="1"/>
        </p:nvSpPr>
        <p:spPr>
          <a:xfrm>
            <a:off x="7237167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7" name="Oval 946"/>
          <p:cNvSpPr/>
          <p:nvPr userDrawn="1"/>
        </p:nvSpPr>
        <p:spPr>
          <a:xfrm>
            <a:off x="7305543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8" name="Moon 947"/>
          <p:cNvSpPr/>
          <p:nvPr userDrawn="1"/>
        </p:nvSpPr>
        <p:spPr>
          <a:xfrm>
            <a:off x="730554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9" name="Rectangle 948"/>
          <p:cNvSpPr/>
          <p:nvPr userDrawn="1"/>
        </p:nvSpPr>
        <p:spPr>
          <a:xfrm>
            <a:off x="7618070" y="380865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0" name="Oval 949"/>
          <p:cNvSpPr/>
          <p:nvPr userDrawn="1"/>
        </p:nvSpPr>
        <p:spPr>
          <a:xfrm>
            <a:off x="768644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1" name="Moon 950"/>
          <p:cNvSpPr/>
          <p:nvPr userDrawn="1"/>
        </p:nvSpPr>
        <p:spPr>
          <a:xfrm>
            <a:off x="768644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2" name="Rectangle 951"/>
          <p:cNvSpPr/>
          <p:nvPr userDrawn="1"/>
        </p:nvSpPr>
        <p:spPr>
          <a:xfrm>
            <a:off x="7998974" y="380865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53" name="Oval 952"/>
          <p:cNvSpPr/>
          <p:nvPr userDrawn="1"/>
        </p:nvSpPr>
        <p:spPr>
          <a:xfrm>
            <a:off x="8067350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4" name="Moon 953"/>
          <p:cNvSpPr/>
          <p:nvPr userDrawn="1"/>
        </p:nvSpPr>
        <p:spPr>
          <a:xfrm>
            <a:off x="806735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5" name="Rectangle 954"/>
          <p:cNvSpPr/>
          <p:nvPr userDrawn="1"/>
        </p:nvSpPr>
        <p:spPr>
          <a:xfrm>
            <a:off x="761807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6" name="Oval 955"/>
          <p:cNvSpPr/>
          <p:nvPr userDrawn="1"/>
        </p:nvSpPr>
        <p:spPr>
          <a:xfrm>
            <a:off x="83018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7" name="Moon 956"/>
          <p:cNvSpPr/>
          <p:nvPr userDrawn="1"/>
        </p:nvSpPr>
        <p:spPr>
          <a:xfrm>
            <a:off x="83018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8" name="Rectangle 957"/>
          <p:cNvSpPr/>
          <p:nvPr userDrawn="1"/>
        </p:nvSpPr>
        <p:spPr>
          <a:xfrm>
            <a:off x="1142711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9" name="Oval 958"/>
          <p:cNvSpPr/>
          <p:nvPr userDrawn="1"/>
        </p:nvSpPr>
        <p:spPr>
          <a:xfrm>
            <a:off x="121108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0" name="Moon 959"/>
          <p:cNvSpPr/>
          <p:nvPr userDrawn="1"/>
        </p:nvSpPr>
        <p:spPr>
          <a:xfrm>
            <a:off x="121108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1" name="Rectangle 960"/>
          <p:cNvSpPr/>
          <p:nvPr userDrawn="1"/>
        </p:nvSpPr>
        <p:spPr>
          <a:xfrm>
            <a:off x="1523614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62" name="Oval 961"/>
          <p:cNvSpPr/>
          <p:nvPr userDrawn="1"/>
        </p:nvSpPr>
        <p:spPr>
          <a:xfrm>
            <a:off x="159199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" name="Moon 962"/>
          <p:cNvSpPr/>
          <p:nvPr userDrawn="1"/>
        </p:nvSpPr>
        <p:spPr>
          <a:xfrm>
            <a:off x="159199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" name="Rectangle 963"/>
          <p:cNvSpPr/>
          <p:nvPr userDrawn="1"/>
        </p:nvSpPr>
        <p:spPr>
          <a:xfrm>
            <a:off x="1904518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65" name="Oval 964"/>
          <p:cNvSpPr/>
          <p:nvPr userDrawn="1"/>
        </p:nvSpPr>
        <p:spPr>
          <a:xfrm>
            <a:off x="1972894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" name="Moon 965"/>
          <p:cNvSpPr/>
          <p:nvPr userDrawn="1"/>
        </p:nvSpPr>
        <p:spPr>
          <a:xfrm>
            <a:off x="1972894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7" name="Rectangle 966"/>
          <p:cNvSpPr/>
          <p:nvPr userDrawn="1"/>
        </p:nvSpPr>
        <p:spPr>
          <a:xfrm>
            <a:off x="2285421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" name="Oval 967"/>
          <p:cNvSpPr/>
          <p:nvPr userDrawn="1"/>
        </p:nvSpPr>
        <p:spPr>
          <a:xfrm>
            <a:off x="2353797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" name="Moon 968"/>
          <p:cNvSpPr/>
          <p:nvPr userDrawn="1"/>
        </p:nvSpPr>
        <p:spPr>
          <a:xfrm>
            <a:off x="235379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0" name="Rectangle 969"/>
          <p:cNvSpPr/>
          <p:nvPr userDrawn="1"/>
        </p:nvSpPr>
        <p:spPr>
          <a:xfrm>
            <a:off x="2666325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1" name="Oval 970"/>
          <p:cNvSpPr/>
          <p:nvPr userDrawn="1"/>
        </p:nvSpPr>
        <p:spPr>
          <a:xfrm>
            <a:off x="2734701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2" name="Moon 971"/>
          <p:cNvSpPr/>
          <p:nvPr userDrawn="1"/>
        </p:nvSpPr>
        <p:spPr>
          <a:xfrm>
            <a:off x="2734701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3" name="Rectangle 972"/>
          <p:cNvSpPr/>
          <p:nvPr userDrawn="1"/>
        </p:nvSpPr>
        <p:spPr>
          <a:xfrm>
            <a:off x="3047228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74" name="Oval 973"/>
          <p:cNvSpPr/>
          <p:nvPr userDrawn="1"/>
        </p:nvSpPr>
        <p:spPr>
          <a:xfrm>
            <a:off x="3115604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5" name="Moon 974"/>
          <p:cNvSpPr/>
          <p:nvPr userDrawn="1"/>
        </p:nvSpPr>
        <p:spPr>
          <a:xfrm>
            <a:off x="3115604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6" name="Rectangle 975"/>
          <p:cNvSpPr/>
          <p:nvPr userDrawn="1"/>
        </p:nvSpPr>
        <p:spPr>
          <a:xfrm>
            <a:off x="3428132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7" name="Oval 976"/>
          <p:cNvSpPr/>
          <p:nvPr userDrawn="1"/>
        </p:nvSpPr>
        <p:spPr>
          <a:xfrm>
            <a:off x="3496508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8" name="Moon 977"/>
          <p:cNvSpPr/>
          <p:nvPr userDrawn="1"/>
        </p:nvSpPr>
        <p:spPr>
          <a:xfrm>
            <a:off x="3496508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" name="Rectangle 978"/>
          <p:cNvSpPr/>
          <p:nvPr userDrawn="1"/>
        </p:nvSpPr>
        <p:spPr>
          <a:xfrm>
            <a:off x="3809035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0" name="Oval 979"/>
          <p:cNvSpPr/>
          <p:nvPr userDrawn="1"/>
        </p:nvSpPr>
        <p:spPr>
          <a:xfrm>
            <a:off x="3877411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1" name="Moon 980"/>
          <p:cNvSpPr/>
          <p:nvPr userDrawn="1"/>
        </p:nvSpPr>
        <p:spPr>
          <a:xfrm>
            <a:off x="3877411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2" name="Rectangle 981"/>
          <p:cNvSpPr/>
          <p:nvPr userDrawn="1"/>
        </p:nvSpPr>
        <p:spPr>
          <a:xfrm>
            <a:off x="4189939" y="0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3" name="Oval 982"/>
          <p:cNvSpPr/>
          <p:nvPr userDrawn="1"/>
        </p:nvSpPr>
        <p:spPr>
          <a:xfrm>
            <a:off x="4258315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4" name="Moon 983"/>
          <p:cNvSpPr/>
          <p:nvPr userDrawn="1"/>
        </p:nvSpPr>
        <p:spPr>
          <a:xfrm>
            <a:off x="4258315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5" name="Rectangle 984"/>
          <p:cNvSpPr/>
          <p:nvPr userDrawn="1"/>
        </p:nvSpPr>
        <p:spPr>
          <a:xfrm>
            <a:off x="4570842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86" name="Oval 985"/>
          <p:cNvSpPr/>
          <p:nvPr userDrawn="1"/>
        </p:nvSpPr>
        <p:spPr>
          <a:xfrm>
            <a:off x="4639218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7" name="Moon 986"/>
          <p:cNvSpPr/>
          <p:nvPr userDrawn="1"/>
        </p:nvSpPr>
        <p:spPr>
          <a:xfrm>
            <a:off x="4639218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8" name="Rectangle 987"/>
          <p:cNvSpPr/>
          <p:nvPr userDrawn="1"/>
        </p:nvSpPr>
        <p:spPr>
          <a:xfrm>
            <a:off x="4951746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9" name="Oval 988"/>
          <p:cNvSpPr/>
          <p:nvPr userDrawn="1"/>
        </p:nvSpPr>
        <p:spPr>
          <a:xfrm>
            <a:off x="5020122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0" name="Moon 989"/>
          <p:cNvSpPr/>
          <p:nvPr userDrawn="1"/>
        </p:nvSpPr>
        <p:spPr>
          <a:xfrm>
            <a:off x="5020122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1" name="Rectangle 990"/>
          <p:cNvSpPr/>
          <p:nvPr userDrawn="1"/>
        </p:nvSpPr>
        <p:spPr>
          <a:xfrm>
            <a:off x="5332649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" name="Oval 991"/>
          <p:cNvSpPr/>
          <p:nvPr userDrawn="1"/>
        </p:nvSpPr>
        <p:spPr>
          <a:xfrm>
            <a:off x="5401025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3" name="Moon 992"/>
          <p:cNvSpPr/>
          <p:nvPr userDrawn="1"/>
        </p:nvSpPr>
        <p:spPr>
          <a:xfrm>
            <a:off x="5401025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4" name="Rectangle 993"/>
          <p:cNvSpPr/>
          <p:nvPr userDrawn="1"/>
        </p:nvSpPr>
        <p:spPr>
          <a:xfrm>
            <a:off x="5713553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5" name="Oval 994"/>
          <p:cNvSpPr/>
          <p:nvPr userDrawn="1"/>
        </p:nvSpPr>
        <p:spPr>
          <a:xfrm>
            <a:off x="5781929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6" name="Moon 995"/>
          <p:cNvSpPr/>
          <p:nvPr userDrawn="1"/>
        </p:nvSpPr>
        <p:spPr>
          <a:xfrm>
            <a:off x="5781929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7" name="Rectangle 996"/>
          <p:cNvSpPr/>
          <p:nvPr userDrawn="1"/>
        </p:nvSpPr>
        <p:spPr>
          <a:xfrm>
            <a:off x="6094456" y="0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8" name="Oval 997"/>
          <p:cNvSpPr/>
          <p:nvPr userDrawn="1"/>
        </p:nvSpPr>
        <p:spPr>
          <a:xfrm>
            <a:off x="6162832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9" name="Moon 998"/>
          <p:cNvSpPr/>
          <p:nvPr userDrawn="1"/>
        </p:nvSpPr>
        <p:spPr>
          <a:xfrm>
            <a:off x="6162832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" name="Rectangle 999"/>
          <p:cNvSpPr/>
          <p:nvPr userDrawn="1"/>
        </p:nvSpPr>
        <p:spPr>
          <a:xfrm>
            <a:off x="6475360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1" name="Oval 1000"/>
          <p:cNvSpPr/>
          <p:nvPr userDrawn="1"/>
        </p:nvSpPr>
        <p:spPr>
          <a:xfrm>
            <a:off x="654373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2" name="Moon 1001"/>
          <p:cNvSpPr/>
          <p:nvPr userDrawn="1"/>
        </p:nvSpPr>
        <p:spPr>
          <a:xfrm>
            <a:off x="654373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" name="Rectangle 1002"/>
          <p:cNvSpPr/>
          <p:nvPr userDrawn="1"/>
        </p:nvSpPr>
        <p:spPr>
          <a:xfrm>
            <a:off x="6856263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4" name="Oval 1003"/>
          <p:cNvSpPr/>
          <p:nvPr userDrawn="1"/>
        </p:nvSpPr>
        <p:spPr>
          <a:xfrm>
            <a:off x="6924639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5" name="Moon 1004"/>
          <p:cNvSpPr/>
          <p:nvPr userDrawn="1"/>
        </p:nvSpPr>
        <p:spPr>
          <a:xfrm>
            <a:off x="6924639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6" name="Rectangle 1005"/>
          <p:cNvSpPr/>
          <p:nvPr userDrawn="1"/>
        </p:nvSpPr>
        <p:spPr>
          <a:xfrm>
            <a:off x="7237167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7" name="Oval 1006"/>
          <p:cNvSpPr/>
          <p:nvPr userDrawn="1"/>
        </p:nvSpPr>
        <p:spPr>
          <a:xfrm>
            <a:off x="730554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8" name="Moon 1007"/>
          <p:cNvSpPr/>
          <p:nvPr userDrawn="1"/>
        </p:nvSpPr>
        <p:spPr>
          <a:xfrm>
            <a:off x="730554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" name="Rectangle 1008"/>
          <p:cNvSpPr/>
          <p:nvPr userDrawn="1"/>
        </p:nvSpPr>
        <p:spPr>
          <a:xfrm>
            <a:off x="7618070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0" name="Oval 1009"/>
          <p:cNvSpPr/>
          <p:nvPr userDrawn="1"/>
        </p:nvSpPr>
        <p:spPr>
          <a:xfrm>
            <a:off x="768644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1" name="Moon 1010"/>
          <p:cNvSpPr/>
          <p:nvPr userDrawn="1"/>
        </p:nvSpPr>
        <p:spPr>
          <a:xfrm>
            <a:off x="768644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" name="Rectangle 1011"/>
          <p:cNvSpPr/>
          <p:nvPr userDrawn="1"/>
        </p:nvSpPr>
        <p:spPr>
          <a:xfrm>
            <a:off x="7998974" y="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13" name="Oval 1012"/>
          <p:cNvSpPr/>
          <p:nvPr userDrawn="1"/>
        </p:nvSpPr>
        <p:spPr>
          <a:xfrm>
            <a:off x="806735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4" name="Moon 1013"/>
          <p:cNvSpPr/>
          <p:nvPr userDrawn="1"/>
        </p:nvSpPr>
        <p:spPr>
          <a:xfrm>
            <a:off x="806735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4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GO - Title and Content 5">
    <p:bg>
      <p:bgPr>
        <a:gradFill>
          <a:gsLst>
            <a:gs pos="47000">
              <a:schemeClr val="accent3">
                <a:lumMod val="5000"/>
                <a:lumOff val="9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567" y="365126"/>
            <a:ext cx="7229783" cy="1325563"/>
          </a:xfrm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315" y="2069117"/>
            <a:ext cx="7607035" cy="410784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8315" y="6356351"/>
            <a:ext cx="2057400" cy="365125"/>
          </a:xfrm>
        </p:spPr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  <p:sp>
        <p:nvSpPr>
          <p:cNvPr id="260" name="Rectangle 259"/>
          <p:cNvSpPr/>
          <p:nvPr userDrawn="1"/>
        </p:nvSpPr>
        <p:spPr>
          <a:xfrm>
            <a:off x="0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1" name="Oval 260"/>
          <p:cNvSpPr/>
          <p:nvPr userDrawn="1"/>
        </p:nvSpPr>
        <p:spPr>
          <a:xfrm>
            <a:off x="68376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Moon 261"/>
          <p:cNvSpPr/>
          <p:nvPr userDrawn="1"/>
        </p:nvSpPr>
        <p:spPr>
          <a:xfrm>
            <a:off x="68376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Rectangle 262"/>
          <p:cNvSpPr/>
          <p:nvPr userDrawn="1"/>
        </p:nvSpPr>
        <p:spPr>
          <a:xfrm>
            <a:off x="380904" y="1523459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4" name="Oval 263"/>
          <p:cNvSpPr/>
          <p:nvPr userDrawn="1"/>
        </p:nvSpPr>
        <p:spPr>
          <a:xfrm>
            <a:off x="449280" y="1592256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Moon 264"/>
          <p:cNvSpPr/>
          <p:nvPr userDrawn="1"/>
        </p:nvSpPr>
        <p:spPr>
          <a:xfrm>
            <a:off x="44928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ectangle 265"/>
          <p:cNvSpPr/>
          <p:nvPr userDrawn="1"/>
        </p:nvSpPr>
        <p:spPr>
          <a:xfrm>
            <a:off x="0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7" name="Oval 266"/>
          <p:cNvSpPr/>
          <p:nvPr userDrawn="1"/>
        </p:nvSpPr>
        <p:spPr>
          <a:xfrm>
            <a:off x="68376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Moon 267"/>
          <p:cNvSpPr/>
          <p:nvPr userDrawn="1"/>
        </p:nvSpPr>
        <p:spPr>
          <a:xfrm>
            <a:off x="6837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Rectangle 268"/>
          <p:cNvSpPr/>
          <p:nvPr userDrawn="1"/>
        </p:nvSpPr>
        <p:spPr>
          <a:xfrm>
            <a:off x="380904" y="1142594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0" name="Oval 269"/>
          <p:cNvSpPr/>
          <p:nvPr userDrawn="1"/>
        </p:nvSpPr>
        <p:spPr>
          <a:xfrm>
            <a:off x="449280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Moon 270"/>
          <p:cNvSpPr/>
          <p:nvPr userDrawn="1"/>
        </p:nvSpPr>
        <p:spPr>
          <a:xfrm>
            <a:off x="44928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Rectangle 271"/>
          <p:cNvSpPr/>
          <p:nvPr userDrawn="1"/>
        </p:nvSpPr>
        <p:spPr>
          <a:xfrm>
            <a:off x="761807" y="1142594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Oval 272"/>
          <p:cNvSpPr/>
          <p:nvPr userDrawn="1"/>
        </p:nvSpPr>
        <p:spPr>
          <a:xfrm>
            <a:off x="830183" y="1211391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Moon 273"/>
          <p:cNvSpPr/>
          <p:nvPr userDrawn="1"/>
        </p:nvSpPr>
        <p:spPr>
          <a:xfrm>
            <a:off x="83018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Rectangle 274"/>
          <p:cNvSpPr/>
          <p:nvPr userDrawn="1"/>
        </p:nvSpPr>
        <p:spPr>
          <a:xfrm>
            <a:off x="0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6" name="Oval 275"/>
          <p:cNvSpPr/>
          <p:nvPr userDrawn="1"/>
        </p:nvSpPr>
        <p:spPr>
          <a:xfrm>
            <a:off x="68376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Moon 276"/>
          <p:cNvSpPr/>
          <p:nvPr userDrawn="1"/>
        </p:nvSpPr>
        <p:spPr>
          <a:xfrm>
            <a:off x="6837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/>
          <p:cNvSpPr/>
          <p:nvPr userDrawn="1"/>
        </p:nvSpPr>
        <p:spPr>
          <a:xfrm>
            <a:off x="380904" y="761730"/>
            <a:ext cx="380950" cy="383300"/>
          </a:xfrm>
          <a:prstGeom prst="rect">
            <a:avLst/>
          </a:prstGeom>
          <a:solidFill>
            <a:srgbClr val="F37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9" name="Oval 278"/>
          <p:cNvSpPr/>
          <p:nvPr userDrawn="1"/>
        </p:nvSpPr>
        <p:spPr>
          <a:xfrm>
            <a:off x="449280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37B00"/>
              </a:gs>
              <a:gs pos="44000">
                <a:srgbClr val="F37B00"/>
              </a:gs>
              <a:gs pos="92000">
                <a:srgbClr val="FBAB3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Moon 279"/>
          <p:cNvSpPr/>
          <p:nvPr userDrawn="1"/>
        </p:nvSpPr>
        <p:spPr>
          <a:xfrm>
            <a:off x="449280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/>
          <p:cNvSpPr/>
          <p:nvPr userDrawn="1"/>
        </p:nvSpPr>
        <p:spPr>
          <a:xfrm>
            <a:off x="761807" y="76173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Oval 281"/>
          <p:cNvSpPr/>
          <p:nvPr userDrawn="1"/>
        </p:nvSpPr>
        <p:spPr>
          <a:xfrm>
            <a:off x="830183" y="83052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Moon 282"/>
          <p:cNvSpPr/>
          <p:nvPr userDrawn="1"/>
        </p:nvSpPr>
        <p:spPr>
          <a:xfrm>
            <a:off x="830183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/>
          <p:cNvSpPr/>
          <p:nvPr userDrawn="1"/>
        </p:nvSpPr>
        <p:spPr>
          <a:xfrm>
            <a:off x="0" y="380865"/>
            <a:ext cx="380950" cy="383300"/>
          </a:xfrm>
          <a:prstGeom prst="rect">
            <a:avLst/>
          </a:prstGeom>
          <a:solidFill>
            <a:srgbClr val="005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85" name="Oval 284"/>
          <p:cNvSpPr/>
          <p:nvPr userDrawn="1"/>
        </p:nvSpPr>
        <p:spPr>
          <a:xfrm>
            <a:off x="68376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0056A8"/>
              </a:gs>
              <a:gs pos="44000">
                <a:srgbClr val="0056A8"/>
              </a:gs>
              <a:gs pos="92000">
                <a:srgbClr val="0D86F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86" name="Moon 285"/>
          <p:cNvSpPr/>
          <p:nvPr userDrawn="1"/>
        </p:nvSpPr>
        <p:spPr>
          <a:xfrm>
            <a:off x="6837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Rectangle 286"/>
          <p:cNvSpPr/>
          <p:nvPr userDrawn="1"/>
        </p:nvSpPr>
        <p:spPr>
          <a:xfrm>
            <a:off x="380904" y="380865"/>
            <a:ext cx="380950" cy="383300"/>
          </a:xfrm>
          <a:prstGeom prst="rect">
            <a:avLst/>
          </a:prstGeom>
          <a:solidFill>
            <a:srgbClr val="FFD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Oval 287"/>
          <p:cNvSpPr/>
          <p:nvPr userDrawn="1"/>
        </p:nvSpPr>
        <p:spPr>
          <a:xfrm>
            <a:off x="449280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FFD500"/>
              </a:gs>
              <a:gs pos="44000">
                <a:srgbClr val="FFD500"/>
              </a:gs>
              <a:gs pos="92000">
                <a:srgbClr val="FFEC8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Moon 288"/>
          <p:cNvSpPr/>
          <p:nvPr userDrawn="1"/>
        </p:nvSpPr>
        <p:spPr>
          <a:xfrm>
            <a:off x="44928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/>
          <p:cNvSpPr/>
          <p:nvPr userDrawn="1"/>
        </p:nvSpPr>
        <p:spPr>
          <a:xfrm>
            <a:off x="761807" y="380865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Oval 290"/>
          <p:cNvSpPr/>
          <p:nvPr userDrawn="1"/>
        </p:nvSpPr>
        <p:spPr>
          <a:xfrm>
            <a:off x="830183" y="449662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Moon 291"/>
          <p:cNvSpPr/>
          <p:nvPr userDrawn="1"/>
        </p:nvSpPr>
        <p:spPr>
          <a:xfrm>
            <a:off x="83018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Rectangle 292"/>
          <p:cNvSpPr/>
          <p:nvPr userDrawn="1"/>
        </p:nvSpPr>
        <p:spPr>
          <a:xfrm>
            <a:off x="0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/>
          <p:cNvSpPr/>
          <p:nvPr userDrawn="1"/>
        </p:nvSpPr>
        <p:spPr>
          <a:xfrm>
            <a:off x="68376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Moon 294"/>
          <p:cNvSpPr/>
          <p:nvPr userDrawn="1"/>
        </p:nvSpPr>
        <p:spPr>
          <a:xfrm>
            <a:off x="6837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Rectangle 295"/>
          <p:cNvSpPr/>
          <p:nvPr userDrawn="1"/>
        </p:nvSpPr>
        <p:spPr>
          <a:xfrm>
            <a:off x="380904" y="0"/>
            <a:ext cx="380950" cy="383300"/>
          </a:xfrm>
          <a:prstGeom prst="rect">
            <a:avLst/>
          </a:prstGeom>
          <a:solidFill>
            <a:srgbClr val="ED33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/>
          <p:cNvSpPr/>
          <p:nvPr userDrawn="1"/>
        </p:nvSpPr>
        <p:spPr>
          <a:xfrm>
            <a:off x="449280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ED331A"/>
              </a:gs>
              <a:gs pos="44000">
                <a:srgbClr val="ED331A"/>
              </a:gs>
              <a:gs pos="92000">
                <a:srgbClr val="F4807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Moon 297"/>
          <p:cNvSpPr/>
          <p:nvPr userDrawn="1"/>
        </p:nvSpPr>
        <p:spPr>
          <a:xfrm>
            <a:off x="44928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Rectangle 298"/>
          <p:cNvSpPr/>
          <p:nvPr userDrawn="1"/>
        </p:nvSpPr>
        <p:spPr>
          <a:xfrm>
            <a:off x="761807" y="0"/>
            <a:ext cx="380950" cy="383300"/>
          </a:xfrm>
          <a:prstGeom prst="rect">
            <a:avLst/>
          </a:prstGeom>
          <a:solidFill>
            <a:srgbClr val="129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/>
          <p:cNvSpPr/>
          <p:nvPr userDrawn="1"/>
        </p:nvSpPr>
        <p:spPr>
          <a:xfrm>
            <a:off x="830183" y="68797"/>
            <a:ext cx="244199" cy="245705"/>
          </a:xfrm>
          <a:prstGeom prst="ellipse">
            <a:avLst/>
          </a:prstGeom>
          <a:gradFill flip="none" rotWithShape="1">
            <a:gsLst>
              <a:gs pos="0">
                <a:srgbClr val="129240"/>
              </a:gs>
              <a:gs pos="44000">
                <a:srgbClr val="129240"/>
              </a:gs>
              <a:gs pos="92000">
                <a:srgbClr val="18C25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Moon 300"/>
          <p:cNvSpPr/>
          <p:nvPr userDrawn="1"/>
        </p:nvSpPr>
        <p:spPr>
          <a:xfrm>
            <a:off x="83018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52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latin typeface="+mn-lt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853FE-D4A7-44A4-ABA6-C8220C90695F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B433-8946-4B30-B593-62976901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71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853FE-D4A7-44A4-ABA6-C8220C90695F}" type="datetimeFigureOut">
              <a:rPr lang="en-US" smtClean="0"/>
              <a:t>10/17/2017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DB433-8946-4B30-B593-629769016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55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832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91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004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37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02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44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223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31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84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GO - Title Slide Plai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Rectangle 1769"/>
          <p:cNvSpPr/>
          <p:nvPr userDrawn="1"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37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38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739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7A3A721B-3AEB-4634-80E3-36456CDD7109}" type="datetimeFigureOut">
              <a:rPr lang="en-US" smtClean="0"/>
              <a:pPr/>
              <a:t>10/17/2017</a:t>
            </a:fld>
            <a:endParaRPr lang="en-US"/>
          </a:p>
        </p:txBody>
      </p:sp>
      <p:sp>
        <p:nvSpPr>
          <p:cNvPr id="174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4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862C895-9456-4303-BAEA-4C31BCCEBA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62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GO - Title and Content Plai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Rectangle 1736"/>
          <p:cNvSpPr/>
          <p:nvPr userDrawn="1"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71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72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73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C0853FE-D4A7-44A4-ABA6-C8220C90695F}" type="datetimeFigureOut">
              <a:rPr lang="en-US" smtClean="0"/>
              <a:pPr/>
              <a:t>10/17/2017</a:t>
            </a:fld>
            <a:endParaRPr lang="en-US"/>
          </a:p>
        </p:txBody>
      </p:sp>
      <p:sp>
        <p:nvSpPr>
          <p:cNvPr id="177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77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B6DB433-8946-4B30-B593-6297690163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63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021288"/>
            <a:ext cx="9144000" cy="83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43399" y="6216529"/>
            <a:ext cx="1627773" cy="45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581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1283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8048512" y="5774480"/>
            <a:ext cx="1095488" cy="10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577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hyperlink" Target="http://linhpham.me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://feeds.feedburner.com/showeet" TargetMode="External"/><Relationship Id="rId12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.png"/><Relationship Id="rId11" Type="http://schemas.openxmlformats.org/officeDocument/2006/relationships/hyperlink" Target="https://twitter.com/showeet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hyperlink" Target="https://www.facebook.com/pages/Neetwork/240707325947259" TargetMode="External"/><Relationship Id="rId9" Type="http://schemas.openxmlformats.org/officeDocument/2006/relationships/hyperlink" Target="http://pinterest.com/showeet" TargetMode="External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47000">
              <a:schemeClr val="accent3">
                <a:lumMod val="5000"/>
                <a:lumOff val="95000"/>
              </a:schemeClr>
            </a:gs>
            <a:gs pos="83000">
              <a:schemeClr val="accent3">
                <a:lumMod val="45000"/>
                <a:lumOff val="5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 rot="5400000">
            <a:off x="8473620" y="5799924"/>
            <a:ext cx="1839158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/>
                </a:solidFill>
              </a:rPr>
              <a:t>© Copyright Showeet.com</a:t>
            </a:r>
          </a:p>
        </p:txBody>
      </p:sp>
    </p:spTree>
    <p:extLst>
      <p:ext uri="{BB962C8B-B14F-4D97-AF65-F5344CB8AC3E}">
        <p14:creationId xmlns:p14="http://schemas.microsoft.com/office/powerpoint/2010/main" val="80661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761" r:id="rId2"/>
    <p:sldLayoutId id="2147483765" r:id="rId3"/>
    <p:sldLayoutId id="2147483864" r:id="rId4"/>
    <p:sldLayoutId id="2147483751" r:id="rId5"/>
    <p:sldLayoutId id="2147483766" r:id="rId6"/>
    <p:sldLayoutId id="2147483768" r:id="rId7"/>
    <p:sldLayoutId id="2147483769" r:id="rId8"/>
    <p:sldLayoutId id="2147483763" r:id="rId9"/>
    <p:sldLayoutId id="2147483772" r:id="rId10"/>
    <p:sldLayoutId id="2147483773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  <p:sldLayoutId id="2147483758" r:id="rId18"/>
    <p:sldLayoutId id="2147483759" r:id="rId19"/>
    <p:sldLayoutId id="2147483760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Your Date Here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42041-FF2F-430B-AD32-D8E9A72EA7B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Oval 8"/>
          <p:cNvSpPr/>
          <p:nvPr/>
        </p:nvSpPr>
        <p:spPr>
          <a:xfrm>
            <a:off x="68376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Moon 9"/>
          <p:cNvSpPr/>
          <p:nvPr/>
        </p:nvSpPr>
        <p:spPr>
          <a:xfrm>
            <a:off x="6837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80904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Oval 11"/>
          <p:cNvSpPr/>
          <p:nvPr/>
        </p:nvSpPr>
        <p:spPr>
          <a:xfrm>
            <a:off x="449280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Moon 12"/>
          <p:cNvSpPr/>
          <p:nvPr/>
        </p:nvSpPr>
        <p:spPr>
          <a:xfrm>
            <a:off x="44928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/>
        </p:nvSpPr>
        <p:spPr>
          <a:xfrm>
            <a:off x="761807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Oval 14"/>
          <p:cNvSpPr/>
          <p:nvPr/>
        </p:nvSpPr>
        <p:spPr>
          <a:xfrm>
            <a:off x="830183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Moon 15"/>
          <p:cNvSpPr/>
          <p:nvPr/>
        </p:nvSpPr>
        <p:spPr>
          <a:xfrm>
            <a:off x="83018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/>
          <p:cNvSpPr/>
          <p:nvPr/>
        </p:nvSpPr>
        <p:spPr>
          <a:xfrm>
            <a:off x="1142711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Oval 17"/>
          <p:cNvSpPr/>
          <p:nvPr/>
        </p:nvSpPr>
        <p:spPr>
          <a:xfrm>
            <a:off x="1211087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Moon 18"/>
          <p:cNvSpPr/>
          <p:nvPr/>
        </p:nvSpPr>
        <p:spPr>
          <a:xfrm>
            <a:off x="121108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Rectangle 19"/>
          <p:cNvSpPr/>
          <p:nvPr/>
        </p:nvSpPr>
        <p:spPr>
          <a:xfrm>
            <a:off x="1523614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" name="Oval 20"/>
          <p:cNvSpPr/>
          <p:nvPr/>
        </p:nvSpPr>
        <p:spPr>
          <a:xfrm>
            <a:off x="1591990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Moon 21"/>
          <p:cNvSpPr/>
          <p:nvPr/>
        </p:nvSpPr>
        <p:spPr>
          <a:xfrm>
            <a:off x="159199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/>
          <p:cNvSpPr/>
          <p:nvPr/>
        </p:nvSpPr>
        <p:spPr>
          <a:xfrm>
            <a:off x="1904518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Oval 23"/>
          <p:cNvSpPr/>
          <p:nvPr/>
        </p:nvSpPr>
        <p:spPr>
          <a:xfrm>
            <a:off x="1972894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" name="Moon 24"/>
          <p:cNvSpPr/>
          <p:nvPr/>
        </p:nvSpPr>
        <p:spPr>
          <a:xfrm>
            <a:off x="197289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" name="Rectangle 25"/>
          <p:cNvSpPr/>
          <p:nvPr/>
        </p:nvSpPr>
        <p:spPr>
          <a:xfrm>
            <a:off x="2285421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" name="Oval 26"/>
          <p:cNvSpPr/>
          <p:nvPr/>
        </p:nvSpPr>
        <p:spPr>
          <a:xfrm>
            <a:off x="2353797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" name="Moon 27"/>
          <p:cNvSpPr/>
          <p:nvPr/>
        </p:nvSpPr>
        <p:spPr>
          <a:xfrm>
            <a:off x="235379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" name="Rectangle 28"/>
          <p:cNvSpPr/>
          <p:nvPr/>
        </p:nvSpPr>
        <p:spPr>
          <a:xfrm>
            <a:off x="2666325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" name="Oval 29"/>
          <p:cNvSpPr/>
          <p:nvPr/>
        </p:nvSpPr>
        <p:spPr>
          <a:xfrm>
            <a:off x="2734701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Moon 30"/>
          <p:cNvSpPr/>
          <p:nvPr/>
        </p:nvSpPr>
        <p:spPr>
          <a:xfrm>
            <a:off x="273470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" name="Rectangle 31"/>
          <p:cNvSpPr/>
          <p:nvPr/>
        </p:nvSpPr>
        <p:spPr>
          <a:xfrm>
            <a:off x="3047228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33" name="Oval 32"/>
          <p:cNvSpPr/>
          <p:nvPr/>
        </p:nvSpPr>
        <p:spPr>
          <a:xfrm>
            <a:off x="3115604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" name="Moon 33"/>
          <p:cNvSpPr/>
          <p:nvPr/>
        </p:nvSpPr>
        <p:spPr>
          <a:xfrm>
            <a:off x="3115604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" name="Rectangle 34"/>
          <p:cNvSpPr/>
          <p:nvPr/>
        </p:nvSpPr>
        <p:spPr>
          <a:xfrm>
            <a:off x="3428132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" name="Oval 35"/>
          <p:cNvSpPr/>
          <p:nvPr/>
        </p:nvSpPr>
        <p:spPr>
          <a:xfrm>
            <a:off x="3496508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" name="Moon 36"/>
          <p:cNvSpPr/>
          <p:nvPr/>
        </p:nvSpPr>
        <p:spPr>
          <a:xfrm>
            <a:off x="349650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Rectangle 37"/>
          <p:cNvSpPr/>
          <p:nvPr/>
        </p:nvSpPr>
        <p:spPr>
          <a:xfrm>
            <a:off x="3809035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" name="Oval 38"/>
          <p:cNvSpPr/>
          <p:nvPr/>
        </p:nvSpPr>
        <p:spPr>
          <a:xfrm>
            <a:off x="3877411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Moon 39"/>
          <p:cNvSpPr/>
          <p:nvPr/>
        </p:nvSpPr>
        <p:spPr>
          <a:xfrm>
            <a:off x="3877411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" name="Rectangle 40"/>
          <p:cNvSpPr/>
          <p:nvPr/>
        </p:nvSpPr>
        <p:spPr>
          <a:xfrm>
            <a:off x="4189939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" name="Oval 41"/>
          <p:cNvSpPr/>
          <p:nvPr/>
        </p:nvSpPr>
        <p:spPr>
          <a:xfrm>
            <a:off x="4258315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" name="Moon 42"/>
          <p:cNvSpPr/>
          <p:nvPr/>
        </p:nvSpPr>
        <p:spPr>
          <a:xfrm>
            <a:off x="425831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4" name="Rectangle 43"/>
          <p:cNvSpPr/>
          <p:nvPr/>
        </p:nvSpPr>
        <p:spPr>
          <a:xfrm>
            <a:off x="4570842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" name="Oval 44"/>
          <p:cNvSpPr/>
          <p:nvPr/>
        </p:nvSpPr>
        <p:spPr>
          <a:xfrm>
            <a:off x="4639218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" name="Moon 45"/>
          <p:cNvSpPr/>
          <p:nvPr/>
        </p:nvSpPr>
        <p:spPr>
          <a:xfrm>
            <a:off x="4639218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" name="Rectangle 46"/>
          <p:cNvSpPr/>
          <p:nvPr/>
        </p:nvSpPr>
        <p:spPr>
          <a:xfrm>
            <a:off x="4951746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" name="Oval 47"/>
          <p:cNvSpPr/>
          <p:nvPr/>
        </p:nvSpPr>
        <p:spPr>
          <a:xfrm>
            <a:off x="5020122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9" name="Moon 48"/>
          <p:cNvSpPr/>
          <p:nvPr/>
        </p:nvSpPr>
        <p:spPr>
          <a:xfrm>
            <a:off x="502012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" name="Rectangle 49"/>
          <p:cNvSpPr/>
          <p:nvPr/>
        </p:nvSpPr>
        <p:spPr>
          <a:xfrm>
            <a:off x="5332649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51" name="Oval 50"/>
          <p:cNvSpPr/>
          <p:nvPr/>
        </p:nvSpPr>
        <p:spPr>
          <a:xfrm>
            <a:off x="5401025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2" name="Moon 51"/>
          <p:cNvSpPr/>
          <p:nvPr/>
        </p:nvSpPr>
        <p:spPr>
          <a:xfrm>
            <a:off x="5401025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3" name="Rectangle 52"/>
          <p:cNvSpPr/>
          <p:nvPr/>
        </p:nvSpPr>
        <p:spPr>
          <a:xfrm>
            <a:off x="5713553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4" name="Oval 53"/>
          <p:cNvSpPr/>
          <p:nvPr/>
        </p:nvSpPr>
        <p:spPr>
          <a:xfrm>
            <a:off x="5781929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5" name="Moon 54"/>
          <p:cNvSpPr/>
          <p:nvPr/>
        </p:nvSpPr>
        <p:spPr>
          <a:xfrm>
            <a:off x="578192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6" name="Rectangle 55"/>
          <p:cNvSpPr/>
          <p:nvPr/>
        </p:nvSpPr>
        <p:spPr>
          <a:xfrm>
            <a:off x="6094456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" name="Oval 56"/>
          <p:cNvSpPr/>
          <p:nvPr/>
        </p:nvSpPr>
        <p:spPr>
          <a:xfrm>
            <a:off x="6162832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8" name="Moon 57"/>
          <p:cNvSpPr/>
          <p:nvPr/>
        </p:nvSpPr>
        <p:spPr>
          <a:xfrm>
            <a:off x="6162832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" name="Rectangle 58"/>
          <p:cNvSpPr/>
          <p:nvPr/>
        </p:nvSpPr>
        <p:spPr>
          <a:xfrm>
            <a:off x="6475360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0" name="Oval 59"/>
          <p:cNvSpPr/>
          <p:nvPr/>
        </p:nvSpPr>
        <p:spPr>
          <a:xfrm>
            <a:off x="6543736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" name="Moon 60"/>
          <p:cNvSpPr/>
          <p:nvPr/>
        </p:nvSpPr>
        <p:spPr>
          <a:xfrm>
            <a:off x="654373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2" name="Rectangle 61"/>
          <p:cNvSpPr/>
          <p:nvPr/>
        </p:nvSpPr>
        <p:spPr>
          <a:xfrm>
            <a:off x="6856263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3" name="Oval 62"/>
          <p:cNvSpPr/>
          <p:nvPr/>
        </p:nvSpPr>
        <p:spPr>
          <a:xfrm>
            <a:off x="6924639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4" name="Moon 63"/>
          <p:cNvSpPr/>
          <p:nvPr/>
        </p:nvSpPr>
        <p:spPr>
          <a:xfrm>
            <a:off x="6924639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5" name="Rectangle 64"/>
          <p:cNvSpPr/>
          <p:nvPr/>
        </p:nvSpPr>
        <p:spPr>
          <a:xfrm>
            <a:off x="7237167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6" name="Oval 65"/>
          <p:cNvSpPr/>
          <p:nvPr/>
        </p:nvSpPr>
        <p:spPr>
          <a:xfrm>
            <a:off x="7305543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7" name="Moon 66"/>
          <p:cNvSpPr/>
          <p:nvPr/>
        </p:nvSpPr>
        <p:spPr>
          <a:xfrm>
            <a:off x="730554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8" name="Rectangle 67"/>
          <p:cNvSpPr/>
          <p:nvPr/>
        </p:nvSpPr>
        <p:spPr>
          <a:xfrm>
            <a:off x="7618070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69" name="Oval 68"/>
          <p:cNvSpPr/>
          <p:nvPr/>
        </p:nvSpPr>
        <p:spPr>
          <a:xfrm>
            <a:off x="7686446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" name="Moon 69"/>
          <p:cNvSpPr/>
          <p:nvPr/>
        </p:nvSpPr>
        <p:spPr>
          <a:xfrm>
            <a:off x="7686446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" name="Rectangle 70"/>
          <p:cNvSpPr/>
          <p:nvPr/>
        </p:nvSpPr>
        <p:spPr>
          <a:xfrm>
            <a:off x="7998974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72" name="Oval 71"/>
          <p:cNvSpPr/>
          <p:nvPr/>
        </p:nvSpPr>
        <p:spPr>
          <a:xfrm>
            <a:off x="8067350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3" name="Moon 72"/>
          <p:cNvSpPr/>
          <p:nvPr/>
        </p:nvSpPr>
        <p:spPr>
          <a:xfrm>
            <a:off x="8067350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4" name="Rectangle 73"/>
          <p:cNvSpPr/>
          <p:nvPr/>
        </p:nvSpPr>
        <p:spPr>
          <a:xfrm>
            <a:off x="8379877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5" name="Oval 74"/>
          <p:cNvSpPr/>
          <p:nvPr/>
        </p:nvSpPr>
        <p:spPr>
          <a:xfrm>
            <a:off x="8448253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6" name="Moon 75"/>
          <p:cNvSpPr/>
          <p:nvPr/>
        </p:nvSpPr>
        <p:spPr>
          <a:xfrm>
            <a:off x="8448253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7" name="Rectangle 76"/>
          <p:cNvSpPr/>
          <p:nvPr/>
        </p:nvSpPr>
        <p:spPr>
          <a:xfrm>
            <a:off x="8760781" y="647470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8" name="Oval 77"/>
          <p:cNvSpPr/>
          <p:nvPr/>
        </p:nvSpPr>
        <p:spPr>
          <a:xfrm>
            <a:off x="8829157" y="65434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9" name="Moon 78"/>
          <p:cNvSpPr/>
          <p:nvPr/>
        </p:nvSpPr>
        <p:spPr>
          <a:xfrm>
            <a:off x="8829157" y="65434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3" name="Rectangle 82"/>
          <p:cNvSpPr/>
          <p:nvPr/>
        </p:nvSpPr>
        <p:spPr>
          <a:xfrm>
            <a:off x="0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" name="Oval 83"/>
          <p:cNvSpPr/>
          <p:nvPr/>
        </p:nvSpPr>
        <p:spPr>
          <a:xfrm>
            <a:off x="68376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5" name="Moon 84"/>
          <p:cNvSpPr/>
          <p:nvPr/>
        </p:nvSpPr>
        <p:spPr>
          <a:xfrm>
            <a:off x="6837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" name="Rectangle 85"/>
          <p:cNvSpPr/>
          <p:nvPr/>
        </p:nvSpPr>
        <p:spPr>
          <a:xfrm>
            <a:off x="380904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" name="Oval 86"/>
          <p:cNvSpPr/>
          <p:nvPr/>
        </p:nvSpPr>
        <p:spPr>
          <a:xfrm>
            <a:off x="449280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8" name="Moon 87"/>
          <p:cNvSpPr/>
          <p:nvPr/>
        </p:nvSpPr>
        <p:spPr>
          <a:xfrm>
            <a:off x="44928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" name="Rectangle 88"/>
          <p:cNvSpPr/>
          <p:nvPr/>
        </p:nvSpPr>
        <p:spPr>
          <a:xfrm>
            <a:off x="761807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0" name="Oval 89"/>
          <p:cNvSpPr/>
          <p:nvPr/>
        </p:nvSpPr>
        <p:spPr>
          <a:xfrm>
            <a:off x="830183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1" name="Moon 90"/>
          <p:cNvSpPr/>
          <p:nvPr/>
        </p:nvSpPr>
        <p:spPr>
          <a:xfrm>
            <a:off x="83018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2" name="Rectangle 91"/>
          <p:cNvSpPr/>
          <p:nvPr/>
        </p:nvSpPr>
        <p:spPr>
          <a:xfrm>
            <a:off x="1142711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" name="Oval 92"/>
          <p:cNvSpPr/>
          <p:nvPr/>
        </p:nvSpPr>
        <p:spPr>
          <a:xfrm>
            <a:off x="1211087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4" name="Moon 93"/>
          <p:cNvSpPr/>
          <p:nvPr/>
        </p:nvSpPr>
        <p:spPr>
          <a:xfrm>
            <a:off x="121108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5" name="Rectangle 94"/>
          <p:cNvSpPr/>
          <p:nvPr/>
        </p:nvSpPr>
        <p:spPr>
          <a:xfrm>
            <a:off x="1523614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6" name="Oval 95"/>
          <p:cNvSpPr/>
          <p:nvPr/>
        </p:nvSpPr>
        <p:spPr>
          <a:xfrm>
            <a:off x="1591990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7" name="Moon 96"/>
          <p:cNvSpPr/>
          <p:nvPr/>
        </p:nvSpPr>
        <p:spPr>
          <a:xfrm>
            <a:off x="159199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8" name="Rectangle 97"/>
          <p:cNvSpPr/>
          <p:nvPr/>
        </p:nvSpPr>
        <p:spPr>
          <a:xfrm>
            <a:off x="1904518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9" name="Oval 98"/>
          <p:cNvSpPr/>
          <p:nvPr/>
        </p:nvSpPr>
        <p:spPr>
          <a:xfrm>
            <a:off x="1972894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0" name="Moon 99"/>
          <p:cNvSpPr/>
          <p:nvPr/>
        </p:nvSpPr>
        <p:spPr>
          <a:xfrm>
            <a:off x="1972894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" name="Rectangle 100"/>
          <p:cNvSpPr/>
          <p:nvPr/>
        </p:nvSpPr>
        <p:spPr>
          <a:xfrm>
            <a:off x="2285421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02" name="Oval 101"/>
          <p:cNvSpPr/>
          <p:nvPr/>
        </p:nvSpPr>
        <p:spPr>
          <a:xfrm>
            <a:off x="2353797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3" name="Moon 102"/>
          <p:cNvSpPr/>
          <p:nvPr/>
        </p:nvSpPr>
        <p:spPr>
          <a:xfrm>
            <a:off x="235379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4" name="Rectangle 103"/>
          <p:cNvSpPr/>
          <p:nvPr/>
        </p:nvSpPr>
        <p:spPr>
          <a:xfrm>
            <a:off x="2666325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05" name="Oval 104"/>
          <p:cNvSpPr/>
          <p:nvPr/>
        </p:nvSpPr>
        <p:spPr>
          <a:xfrm>
            <a:off x="2734701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6" name="Moon 105"/>
          <p:cNvSpPr/>
          <p:nvPr/>
        </p:nvSpPr>
        <p:spPr>
          <a:xfrm>
            <a:off x="2734701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7" name="Rectangle 106"/>
          <p:cNvSpPr/>
          <p:nvPr/>
        </p:nvSpPr>
        <p:spPr>
          <a:xfrm>
            <a:off x="3047228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8" name="Oval 107"/>
          <p:cNvSpPr/>
          <p:nvPr/>
        </p:nvSpPr>
        <p:spPr>
          <a:xfrm>
            <a:off x="3115604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9" name="Moon 108"/>
          <p:cNvSpPr/>
          <p:nvPr/>
        </p:nvSpPr>
        <p:spPr>
          <a:xfrm>
            <a:off x="3115604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0" name="Rectangle 109"/>
          <p:cNvSpPr/>
          <p:nvPr/>
        </p:nvSpPr>
        <p:spPr>
          <a:xfrm>
            <a:off x="3428132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1" name="Oval 110"/>
          <p:cNvSpPr/>
          <p:nvPr/>
        </p:nvSpPr>
        <p:spPr>
          <a:xfrm>
            <a:off x="3496508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2" name="Moon 111"/>
          <p:cNvSpPr/>
          <p:nvPr/>
        </p:nvSpPr>
        <p:spPr>
          <a:xfrm>
            <a:off x="3496508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3" name="Rectangle 112"/>
          <p:cNvSpPr/>
          <p:nvPr/>
        </p:nvSpPr>
        <p:spPr>
          <a:xfrm>
            <a:off x="3809035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4" name="Oval 113"/>
          <p:cNvSpPr/>
          <p:nvPr/>
        </p:nvSpPr>
        <p:spPr>
          <a:xfrm>
            <a:off x="3877411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5" name="Moon 114"/>
          <p:cNvSpPr/>
          <p:nvPr/>
        </p:nvSpPr>
        <p:spPr>
          <a:xfrm>
            <a:off x="3877411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6" name="Rectangle 115"/>
          <p:cNvSpPr/>
          <p:nvPr/>
        </p:nvSpPr>
        <p:spPr>
          <a:xfrm>
            <a:off x="4189939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" name="Oval 116"/>
          <p:cNvSpPr/>
          <p:nvPr/>
        </p:nvSpPr>
        <p:spPr>
          <a:xfrm>
            <a:off x="4258315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8" name="Moon 117"/>
          <p:cNvSpPr/>
          <p:nvPr/>
        </p:nvSpPr>
        <p:spPr>
          <a:xfrm>
            <a:off x="4258315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9" name="Rectangle 118"/>
          <p:cNvSpPr/>
          <p:nvPr/>
        </p:nvSpPr>
        <p:spPr>
          <a:xfrm>
            <a:off x="4570842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0" name="Oval 119"/>
          <p:cNvSpPr/>
          <p:nvPr/>
        </p:nvSpPr>
        <p:spPr>
          <a:xfrm>
            <a:off x="4639218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1" name="Moon 120"/>
          <p:cNvSpPr/>
          <p:nvPr/>
        </p:nvSpPr>
        <p:spPr>
          <a:xfrm>
            <a:off x="4639218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2" name="Rectangle 121"/>
          <p:cNvSpPr/>
          <p:nvPr/>
        </p:nvSpPr>
        <p:spPr>
          <a:xfrm>
            <a:off x="4951746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3" name="Oval 122"/>
          <p:cNvSpPr/>
          <p:nvPr/>
        </p:nvSpPr>
        <p:spPr>
          <a:xfrm>
            <a:off x="5020122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4" name="Moon 123"/>
          <p:cNvSpPr/>
          <p:nvPr/>
        </p:nvSpPr>
        <p:spPr>
          <a:xfrm>
            <a:off x="5020122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5" name="Rectangle 124"/>
          <p:cNvSpPr/>
          <p:nvPr/>
        </p:nvSpPr>
        <p:spPr>
          <a:xfrm>
            <a:off x="5332649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6" name="Oval 125"/>
          <p:cNvSpPr/>
          <p:nvPr/>
        </p:nvSpPr>
        <p:spPr>
          <a:xfrm>
            <a:off x="5401025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7" name="Moon 126"/>
          <p:cNvSpPr/>
          <p:nvPr/>
        </p:nvSpPr>
        <p:spPr>
          <a:xfrm>
            <a:off x="5401025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8" name="Rectangle 127"/>
          <p:cNvSpPr/>
          <p:nvPr/>
        </p:nvSpPr>
        <p:spPr>
          <a:xfrm>
            <a:off x="5713553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9" name="Oval 128"/>
          <p:cNvSpPr/>
          <p:nvPr/>
        </p:nvSpPr>
        <p:spPr>
          <a:xfrm>
            <a:off x="5781929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0" name="Moon 129"/>
          <p:cNvSpPr/>
          <p:nvPr/>
        </p:nvSpPr>
        <p:spPr>
          <a:xfrm>
            <a:off x="5781929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1" name="Rectangle 130"/>
          <p:cNvSpPr/>
          <p:nvPr/>
        </p:nvSpPr>
        <p:spPr>
          <a:xfrm>
            <a:off x="6094456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2" name="Oval 131"/>
          <p:cNvSpPr/>
          <p:nvPr/>
        </p:nvSpPr>
        <p:spPr>
          <a:xfrm>
            <a:off x="6162832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3" name="Moon 132"/>
          <p:cNvSpPr/>
          <p:nvPr/>
        </p:nvSpPr>
        <p:spPr>
          <a:xfrm>
            <a:off x="6162832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4" name="Rectangle 133"/>
          <p:cNvSpPr/>
          <p:nvPr/>
        </p:nvSpPr>
        <p:spPr>
          <a:xfrm>
            <a:off x="6475360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5" name="Oval 134"/>
          <p:cNvSpPr/>
          <p:nvPr/>
        </p:nvSpPr>
        <p:spPr>
          <a:xfrm>
            <a:off x="6543736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6" name="Moon 135"/>
          <p:cNvSpPr/>
          <p:nvPr/>
        </p:nvSpPr>
        <p:spPr>
          <a:xfrm>
            <a:off x="654373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7" name="Rectangle 136"/>
          <p:cNvSpPr/>
          <p:nvPr/>
        </p:nvSpPr>
        <p:spPr>
          <a:xfrm>
            <a:off x="6856263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8" name="Oval 137"/>
          <p:cNvSpPr/>
          <p:nvPr/>
        </p:nvSpPr>
        <p:spPr>
          <a:xfrm>
            <a:off x="6924639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9" name="Moon 138"/>
          <p:cNvSpPr/>
          <p:nvPr/>
        </p:nvSpPr>
        <p:spPr>
          <a:xfrm>
            <a:off x="6924639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0" name="Rectangle 139"/>
          <p:cNvSpPr/>
          <p:nvPr/>
        </p:nvSpPr>
        <p:spPr>
          <a:xfrm>
            <a:off x="7237167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1" name="Oval 140"/>
          <p:cNvSpPr/>
          <p:nvPr/>
        </p:nvSpPr>
        <p:spPr>
          <a:xfrm>
            <a:off x="7305543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2" name="Moon 141"/>
          <p:cNvSpPr/>
          <p:nvPr/>
        </p:nvSpPr>
        <p:spPr>
          <a:xfrm>
            <a:off x="730554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3" name="Rectangle 142"/>
          <p:cNvSpPr/>
          <p:nvPr/>
        </p:nvSpPr>
        <p:spPr>
          <a:xfrm>
            <a:off x="7618070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4" name="Oval 143"/>
          <p:cNvSpPr/>
          <p:nvPr/>
        </p:nvSpPr>
        <p:spPr>
          <a:xfrm>
            <a:off x="7686446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5" name="Moon 144"/>
          <p:cNvSpPr/>
          <p:nvPr/>
        </p:nvSpPr>
        <p:spPr>
          <a:xfrm>
            <a:off x="7686446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6" name="Rectangle 145"/>
          <p:cNvSpPr/>
          <p:nvPr/>
        </p:nvSpPr>
        <p:spPr>
          <a:xfrm>
            <a:off x="7998974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7" name="Oval 146"/>
          <p:cNvSpPr/>
          <p:nvPr/>
        </p:nvSpPr>
        <p:spPr>
          <a:xfrm>
            <a:off x="8067350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8" name="Moon 147"/>
          <p:cNvSpPr/>
          <p:nvPr/>
        </p:nvSpPr>
        <p:spPr>
          <a:xfrm>
            <a:off x="8067350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9" name="Rectangle 148"/>
          <p:cNvSpPr/>
          <p:nvPr/>
        </p:nvSpPr>
        <p:spPr>
          <a:xfrm>
            <a:off x="8379877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0" name="Oval 149"/>
          <p:cNvSpPr/>
          <p:nvPr/>
        </p:nvSpPr>
        <p:spPr>
          <a:xfrm>
            <a:off x="8448253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1" name="Moon 150"/>
          <p:cNvSpPr/>
          <p:nvPr/>
        </p:nvSpPr>
        <p:spPr>
          <a:xfrm>
            <a:off x="8448253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2" name="Rectangle 151"/>
          <p:cNvSpPr/>
          <p:nvPr/>
        </p:nvSpPr>
        <p:spPr>
          <a:xfrm>
            <a:off x="8760781" y="6093836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3" name="Oval 152"/>
          <p:cNvSpPr/>
          <p:nvPr/>
        </p:nvSpPr>
        <p:spPr>
          <a:xfrm>
            <a:off x="8829157" y="6162633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4" name="Moon 153"/>
          <p:cNvSpPr/>
          <p:nvPr/>
        </p:nvSpPr>
        <p:spPr>
          <a:xfrm>
            <a:off x="8829157" y="6162633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8" name="Rectangle 157"/>
          <p:cNvSpPr/>
          <p:nvPr/>
        </p:nvSpPr>
        <p:spPr>
          <a:xfrm>
            <a:off x="0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9" name="Oval 158"/>
          <p:cNvSpPr/>
          <p:nvPr/>
        </p:nvSpPr>
        <p:spPr>
          <a:xfrm>
            <a:off x="68376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0" name="Moon 159"/>
          <p:cNvSpPr/>
          <p:nvPr/>
        </p:nvSpPr>
        <p:spPr>
          <a:xfrm>
            <a:off x="6837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1" name="Rectangle 160"/>
          <p:cNvSpPr/>
          <p:nvPr/>
        </p:nvSpPr>
        <p:spPr>
          <a:xfrm>
            <a:off x="380904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2" name="Oval 161"/>
          <p:cNvSpPr/>
          <p:nvPr/>
        </p:nvSpPr>
        <p:spPr>
          <a:xfrm>
            <a:off x="449280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3" name="Moon 162"/>
          <p:cNvSpPr/>
          <p:nvPr/>
        </p:nvSpPr>
        <p:spPr>
          <a:xfrm>
            <a:off x="44928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4" name="Rectangle 163"/>
          <p:cNvSpPr/>
          <p:nvPr/>
        </p:nvSpPr>
        <p:spPr>
          <a:xfrm>
            <a:off x="761807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5" name="Oval 164"/>
          <p:cNvSpPr/>
          <p:nvPr/>
        </p:nvSpPr>
        <p:spPr>
          <a:xfrm>
            <a:off x="830183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6" name="Moon 165"/>
          <p:cNvSpPr/>
          <p:nvPr/>
        </p:nvSpPr>
        <p:spPr>
          <a:xfrm>
            <a:off x="83018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7" name="Rectangle 166"/>
          <p:cNvSpPr/>
          <p:nvPr/>
        </p:nvSpPr>
        <p:spPr>
          <a:xfrm>
            <a:off x="1142711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8" name="Oval 167"/>
          <p:cNvSpPr/>
          <p:nvPr/>
        </p:nvSpPr>
        <p:spPr>
          <a:xfrm>
            <a:off x="1211087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9" name="Moon 168"/>
          <p:cNvSpPr/>
          <p:nvPr/>
        </p:nvSpPr>
        <p:spPr>
          <a:xfrm>
            <a:off x="121108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0" name="Rectangle 169"/>
          <p:cNvSpPr/>
          <p:nvPr/>
        </p:nvSpPr>
        <p:spPr>
          <a:xfrm>
            <a:off x="1523614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1" name="Oval 170"/>
          <p:cNvSpPr/>
          <p:nvPr/>
        </p:nvSpPr>
        <p:spPr>
          <a:xfrm>
            <a:off x="1591990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2" name="Moon 171"/>
          <p:cNvSpPr/>
          <p:nvPr/>
        </p:nvSpPr>
        <p:spPr>
          <a:xfrm>
            <a:off x="159199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3" name="Rectangle 172"/>
          <p:cNvSpPr/>
          <p:nvPr/>
        </p:nvSpPr>
        <p:spPr>
          <a:xfrm>
            <a:off x="1904518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4" name="Oval 173"/>
          <p:cNvSpPr/>
          <p:nvPr/>
        </p:nvSpPr>
        <p:spPr>
          <a:xfrm>
            <a:off x="1972894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5" name="Moon 174"/>
          <p:cNvSpPr/>
          <p:nvPr/>
        </p:nvSpPr>
        <p:spPr>
          <a:xfrm>
            <a:off x="1972894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6" name="Rectangle 175"/>
          <p:cNvSpPr/>
          <p:nvPr/>
        </p:nvSpPr>
        <p:spPr>
          <a:xfrm>
            <a:off x="2285421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7" name="Oval 176"/>
          <p:cNvSpPr/>
          <p:nvPr/>
        </p:nvSpPr>
        <p:spPr>
          <a:xfrm>
            <a:off x="2353797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8" name="Moon 177"/>
          <p:cNvSpPr/>
          <p:nvPr/>
        </p:nvSpPr>
        <p:spPr>
          <a:xfrm>
            <a:off x="235379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9" name="Rectangle 178"/>
          <p:cNvSpPr/>
          <p:nvPr/>
        </p:nvSpPr>
        <p:spPr>
          <a:xfrm>
            <a:off x="2666325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0" name="Oval 179"/>
          <p:cNvSpPr/>
          <p:nvPr/>
        </p:nvSpPr>
        <p:spPr>
          <a:xfrm>
            <a:off x="2734701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1" name="Moon 180"/>
          <p:cNvSpPr/>
          <p:nvPr/>
        </p:nvSpPr>
        <p:spPr>
          <a:xfrm>
            <a:off x="2734701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2" name="Rectangle 181"/>
          <p:cNvSpPr/>
          <p:nvPr/>
        </p:nvSpPr>
        <p:spPr>
          <a:xfrm>
            <a:off x="3047228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3" name="Oval 182"/>
          <p:cNvSpPr/>
          <p:nvPr/>
        </p:nvSpPr>
        <p:spPr>
          <a:xfrm>
            <a:off x="3115604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4" name="Moon 183"/>
          <p:cNvSpPr/>
          <p:nvPr/>
        </p:nvSpPr>
        <p:spPr>
          <a:xfrm>
            <a:off x="3115604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5" name="Rectangle 184"/>
          <p:cNvSpPr/>
          <p:nvPr/>
        </p:nvSpPr>
        <p:spPr>
          <a:xfrm>
            <a:off x="3428132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6" name="Oval 185"/>
          <p:cNvSpPr/>
          <p:nvPr/>
        </p:nvSpPr>
        <p:spPr>
          <a:xfrm>
            <a:off x="3496508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7" name="Moon 186"/>
          <p:cNvSpPr/>
          <p:nvPr/>
        </p:nvSpPr>
        <p:spPr>
          <a:xfrm>
            <a:off x="3496508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8" name="Rectangle 187"/>
          <p:cNvSpPr/>
          <p:nvPr/>
        </p:nvSpPr>
        <p:spPr>
          <a:xfrm>
            <a:off x="3809035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9" name="Oval 188"/>
          <p:cNvSpPr/>
          <p:nvPr/>
        </p:nvSpPr>
        <p:spPr>
          <a:xfrm>
            <a:off x="3877411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0" name="Moon 189"/>
          <p:cNvSpPr/>
          <p:nvPr/>
        </p:nvSpPr>
        <p:spPr>
          <a:xfrm>
            <a:off x="3877411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1" name="Rectangle 190"/>
          <p:cNvSpPr/>
          <p:nvPr/>
        </p:nvSpPr>
        <p:spPr>
          <a:xfrm>
            <a:off x="4189939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2" name="Oval 191"/>
          <p:cNvSpPr/>
          <p:nvPr/>
        </p:nvSpPr>
        <p:spPr>
          <a:xfrm>
            <a:off x="4258315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3" name="Moon 192"/>
          <p:cNvSpPr/>
          <p:nvPr/>
        </p:nvSpPr>
        <p:spPr>
          <a:xfrm>
            <a:off x="4258315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4" name="Rectangle 193"/>
          <p:cNvSpPr/>
          <p:nvPr/>
        </p:nvSpPr>
        <p:spPr>
          <a:xfrm>
            <a:off x="4570842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5" name="Oval 194"/>
          <p:cNvSpPr/>
          <p:nvPr/>
        </p:nvSpPr>
        <p:spPr>
          <a:xfrm>
            <a:off x="4639218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6" name="Moon 195"/>
          <p:cNvSpPr/>
          <p:nvPr/>
        </p:nvSpPr>
        <p:spPr>
          <a:xfrm>
            <a:off x="4639218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7" name="Rectangle 196"/>
          <p:cNvSpPr/>
          <p:nvPr/>
        </p:nvSpPr>
        <p:spPr>
          <a:xfrm>
            <a:off x="4951746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8" name="Oval 197"/>
          <p:cNvSpPr/>
          <p:nvPr/>
        </p:nvSpPr>
        <p:spPr>
          <a:xfrm>
            <a:off x="5020122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9" name="Moon 198"/>
          <p:cNvSpPr/>
          <p:nvPr/>
        </p:nvSpPr>
        <p:spPr>
          <a:xfrm>
            <a:off x="5020122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0" name="Rectangle 199"/>
          <p:cNvSpPr/>
          <p:nvPr/>
        </p:nvSpPr>
        <p:spPr>
          <a:xfrm>
            <a:off x="5332649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1" name="Oval 200"/>
          <p:cNvSpPr/>
          <p:nvPr/>
        </p:nvSpPr>
        <p:spPr>
          <a:xfrm>
            <a:off x="5401025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2" name="Moon 201"/>
          <p:cNvSpPr/>
          <p:nvPr/>
        </p:nvSpPr>
        <p:spPr>
          <a:xfrm>
            <a:off x="5401025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3" name="Rectangle 202"/>
          <p:cNvSpPr/>
          <p:nvPr/>
        </p:nvSpPr>
        <p:spPr>
          <a:xfrm>
            <a:off x="5713553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4" name="Oval 203"/>
          <p:cNvSpPr/>
          <p:nvPr/>
        </p:nvSpPr>
        <p:spPr>
          <a:xfrm>
            <a:off x="5781929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5" name="Moon 204"/>
          <p:cNvSpPr/>
          <p:nvPr/>
        </p:nvSpPr>
        <p:spPr>
          <a:xfrm>
            <a:off x="5781929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6" name="Rectangle 205"/>
          <p:cNvSpPr/>
          <p:nvPr/>
        </p:nvSpPr>
        <p:spPr>
          <a:xfrm>
            <a:off x="6094456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7" name="Oval 206"/>
          <p:cNvSpPr/>
          <p:nvPr/>
        </p:nvSpPr>
        <p:spPr>
          <a:xfrm>
            <a:off x="6162832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8" name="Moon 207"/>
          <p:cNvSpPr/>
          <p:nvPr/>
        </p:nvSpPr>
        <p:spPr>
          <a:xfrm>
            <a:off x="6162832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9" name="Rectangle 208"/>
          <p:cNvSpPr/>
          <p:nvPr/>
        </p:nvSpPr>
        <p:spPr>
          <a:xfrm>
            <a:off x="6475360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0" name="Oval 209"/>
          <p:cNvSpPr/>
          <p:nvPr/>
        </p:nvSpPr>
        <p:spPr>
          <a:xfrm>
            <a:off x="6543736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1" name="Moon 210"/>
          <p:cNvSpPr/>
          <p:nvPr/>
        </p:nvSpPr>
        <p:spPr>
          <a:xfrm>
            <a:off x="654373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2" name="Rectangle 211"/>
          <p:cNvSpPr/>
          <p:nvPr/>
        </p:nvSpPr>
        <p:spPr>
          <a:xfrm>
            <a:off x="6856263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13" name="Oval 212"/>
          <p:cNvSpPr/>
          <p:nvPr/>
        </p:nvSpPr>
        <p:spPr>
          <a:xfrm>
            <a:off x="6924639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4" name="Moon 213"/>
          <p:cNvSpPr/>
          <p:nvPr/>
        </p:nvSpPr>
        <p:spPr>
          <a:xfrm>
            <a:off x="6924639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5" name="Rectangle 214"/>
          <p:cNvSpPr/>
          <p:nvPr/>
        </p:nvSpPr>
        <p:spPr>
          <a:xfrm>
            <a:off x="7237167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16" name="Oval 215"/>
          <p:cNvSpPr/>
          <p:nvPr/>
        </p:nvSpPr>
        <p:spPr>
          <a:xfrm>
            <a:off x="7305543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7" name="Moon 216"/>
          <p:cNvSpPr/>
          <p:nvPr/>
        </p:nvSpPr>
        <p:spPr>
          <a:xfrm>
            <a:off x="730554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8" name="Rectangle 217"/>
          <p:cNvSpPr/>
          <p:nvPr/>
        </p:nvSpPr>
        <p:spPr>
          <a:xfrm>
            <a:off x="7618070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9" name="Oval 218"/>
          <p:cNvSpPr/>
          <p:nvPr/>
        </p:nvSpPr>
        <p:spPr>
          <a:xfrm>
            <a:off x="7686446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0" name="Moon 219"/>
          <p:cNvSpPr/>
          <p:nvPr/>
        </p:nvSpPr>
        <p:spPr>
          <a:xfrm>
            <a:off x="7686446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1" name="Rectangle 220"/>
          <p:cNvSpPr/>
          <p:nvPr/>
        </p:nvSpPr>
        <p:spPr>
          <a:xfrm>
            <a:off x="7998974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2" name="Oval 221"/>
          <p:cNvSpPr/>
          <p:nvPr/>
        </p:nvSpPr>
        <p:spPr>
          <a:xfrm>
            <a:off x="8067350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3" name="Moon 222"/>
          <p:cNvSpPr/>
          <p:nvPr/>
        </p:nvSpPr>
        <p:spPr>
          <a:xfrm>
            <a:off x="8067350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4" name="Rectangle 223"/>
          <p:cNvSpPr/>
          <p:nvPr/>
        </p:nvSpPr>
        <p:spPr>
          <a:xfrm>
            <a:off x="8379877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5" name="Oval 224"/>
          <p:cNvSpPr/>
          <p:nvPr/>
        </p:nvSpPr>
        <p:spPr>
          <a:xfrm>
            <a:off x="8448253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6" name="Moon 225"/>
          <p:cNvSpPr/>
          <p:nvPr/>
        </p:nvSpPr>
        <p:spPr>
          <a:xfrm>
            <a:off x="8448253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7" name="Rectangle 226"/>
          <p:cNvSpPr/>
          <p:nvPr/>
        </p:nvSpPr>
        <p:spPr>
          <a:xfrm>
            <a:off x="8760781" y="571297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8" name="Oval 227"/>
          <p:cNvSpPr/>
          <p:nvPr/>
        </p:nvSpPr>
        <p:spPr>
          <a:xfrm>
            <a:off x="8829157" y="578176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9" name="Moon 228"/>
          <p:cNvSpPr/>
          <p:nvPr/>
        </p:nvSpPr>
        <p:spPr>
          <a:xfrm>
            <a:off x="8829157" y="578176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3" name="Rectangle 232"/>
          <p:cNvSpPr/>
          <p:nvPr/>
        </p:nvSpPr>
        <p:spPr>
          <a:xfrm>
            <a:off x="0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4" name="Oval 233"/>
          <p:cNvSpPr/>
          <p:nvPr/>
        </p:nvSpPr>
        <p:spPr>
          <a:xfrm>
            <a:off x="68376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5" name="Moon 234"/>
          <p:cNvSpPr/>
          <p:nvPr/>
        </p:nvSpPr>
        <p:spPr>
          <a:xfrm>
            <a:off x="6837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6" name="Rectangle 235"/>
          <p:cNvSpPr/>
          <p:nvPr/>
        </p:nvSpPr>
        <p:spPr>
          <a:xfrm>
            <a:off x="380904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7" name="Oval 236"/>
          <p:cNvSpPr/>
          <p:nvPr/>
        </p:nvSpPr>
        <p:spPr>
          <a:xfrm>
            <a:off x="449280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8" name="Moon 237"/>
          <p:cNvSpPr/>
          <p:nvPr/>
        </p:nvSpPr>
        <p:spPr>
          <a:xfrm>
            <a:off x="44928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9" name="Rectangle 238"/>
          <p:cNvSpPr/>
          <p:nvPr/>
        </p:nvSpPr>
        <p:spPr>
          <a:xfrm>
            <a:off x="761807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0" name="Oval 239"/>
          <p:cNvSpPr/>
          <p:nvPr/>
        </p:nvSpPr>
        <p:spPr>
          <a:xfrm>
            <a:off x="830183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1" name="Moon 240"/>
          <p:cNvSpPr/>
          <p:nvPr/>
        </p:nvSpPr>
        <p:spPr>
          <a:xfrm>
            <a:off x="83018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2" name="Rectangle 241"/>
          <p:cNvSpPr/>
          <p:nvPr/>
        </p:nvSpPr>
        <p:spPr>
          <a:xfrm>
            <a:off x="1142711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3" name="Oval 242"/>
          <p:cNvSpPr/>
          <p:nvPr/>
        </p:nvSpPr>
        <p:spPr>
          <a:xfrm>
            <a:off x="1211087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4" name="Moon 243"/>
          <p:cNvSpPr/>
          <p:nvPr/>
        </p:nvSpPr>
        <p:spPr>
          <a:xfrm>
            <a:off x="121108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5" name="Rectangle 244"/>
          <p:cNvSpPr/>
          <p:nvPr/>
        </p:nvSpPr>
        <p:spPr>
          <a:xfrm>
            <a:off x="1523614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6" name="Oval 245"/>
          <p:cNvSpPr/>
          <p:nvPr/>
        </p:nvSpPr>
        <p:spPr>
          <a:xfrm>
            <a:off x="1591990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7" name="Moon 246"/>
          <p:cNvSpPr/>
          <p:nvPr/>
        </p:nvSpPr>
        <p:spPr>
          <a:xfrm>
            <a:off x="159199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8" name="Rectangle 247"/>
          <p:cNvSpPr/>
          <p:nvPr/>
        </p:nvSpPr>
        <p:spPr>
          <a:xfrm>
            <a:off x="1904518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9" name="Oval 248"/>
          <p:cNvSpPr/>
          <p:nvPr/>
        </p:nvSpPr>
        <p:spPr>
          <a:xfrm>
            <a:off x="1972894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0" name="Moon 249"/>
          <p:cNvSpPr/>
          <p:nvPr/>
        </p:nvSpPr>
        <p:spPr>
          <a:xfrm>
            <a:off x="1972894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1" name="Rectangle 250"/>
          <p:cNvSpPr/>
          <p:nvPr/>
        </p:nvSpPr>
        <p:spPr>
          <a:xfrm>
            <a:off x="2285421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52" name="Oval 251"/>
          <p:cNvSpPr/>
          <p:nvPr/>
        </p:nvSpPr>
        <p:spPr>
          <a:xfrm>
            <a:off x="2353797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3" name="Moon 252"/>
          <p:cNvSpPr/>
          <p:nvPr/>
        </p:nvSpPr>
        <p:spPr>
          <a:xfrm>
            <a:off x="235379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4" name="Rectangle 253"/>
          <p:cNvSpPr/>
          <p:nvPr/>
        </p:nvSpPr>
        <p:spPr>
          <a:xfrm>
            <a:off x="2666325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55" name="Oval 254"/>
          <p:cNvSpPr/>
          <p:nvPr/>
        </p:nvSpPr>
        <p:spPr>
          <a:xfrm>
            <a:off x="2734701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6" name="Moon 255"/>
          <p:cNvSpPr/>
          <p:nvPr/>
        </p:nvSpPr>
        <p:spPr>
          <a:xfrm>
            <a:off x="2734701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7" name="Rectangle 256"/>
          <p:cNvSpPr/>
          <p:nvPr/>
        </p:nvSpPr>
        <p:spPr>
          <a:xfrm>
            <a:off x="3047228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58" name="Oval 257"/>
          <p:cNvSpPr/>
          <p:nvPr/>
        </p:nvSpPr>
        <p:spPr>
          <a:xfrm>
            <a:off x="3115604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59" name="Moon 258"/>
          <p:cNvSpPr/>
          <p:nvPr/>
        </p:nvSpPr>
        <p:spPr>
          <a:xfrm>
            <a:off x="3115604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0" name="Rectangle 259"/>
          <p:cNvSpPr/>
          <p:nvPr/>
        </p:nvSpPr>
        <p:spPr>
          <a:xfrm>
            <a:off x="3428132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1" name="Oval 260"/>
          <p:cNvSpPr/>
          <p:nvPr/>
        </p:nvSpPr>
        <p:spPr>
          <a:xfrm>
            <a:off x="3496508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2" name="Moon 261"/>
          <p:cNvSpPr/>
          <p:nvPr/>
        </p:nvSpPr>
        <p:spPr>
          <a:xfrm>
            <a:off x="3496508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3" name="Rectangle 262"/>
          <p:cNvSpPr/>
          <p:nvPr/>
        </p:nvSpPr>
        <p:spPr>
          <a:xfrm>
            <a:off x="3809035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4" name="Oval 263"/>
          <p:cNvSpPr/>
          <p:nvPr/>
        </p:nvSpPr>
        <p:spPr>
          <a:xfrm>
            <a:off x="3877411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5" name="Moon 264"/>
          <p:cNvSpPr/>
          <p:nvPr/>
        </p:nvSpPr>
        <p:spPr>
          <a:xfrm>
            <a:off x="3877411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6" name="Rectangle 265"/>
          <p:cNvSpPr/>
          <p:nvPr/>
        </p:nvSpPr>
        <p:spPr>
          <a:xfrm>
            <a:off x="4189939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67" name="Oval 266"/>
          <p:cNvSpPr/>
          <p:nvPr/>
        </p:nvSpPr>
        <p:spPr>
          <a:xfrm>
            <a:off x="4258315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8" name="Moon 267"/>
          <p:cNvSpPr/>
          <p:nvPr/>
        </p:nvSpPr>
        <p:spPr>
          <a:xfrm>
            <a:off x="4258315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69" name="Rectangle 268"/>
          <p:cNvSpPr/>
          <p:nvPr/>
        </p:nvSpPr>
        <p:spPr>
          <a:xfrm>
            <a:off x="4570842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0" name="Oval 269"/>
          <p:cNvSpPr/>
          <p:nvPr/>
        </p:nvSpPr>
        <p:spPr>
          <a:xfrm>
            <a:off x="4639218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1" name="Moon 270"/>
          <p:cNvSpPr/>
          <p:nvPr/>
        </p:nvSpPr>
        <p:spPr>
          <a:xfrm>
            <a:off x="4639218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2" name="Rectangle 271"/>
          <p:cNvSpPr/>
          <p:nvPr/>
        </p:nvSpPr>
        <p:spPr>
          <a:xfrm>
            <a:off x="4951746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3" name="Oval 272"/>
          <p:cNvSpPr/>
          <p:nvPr/>
        </p:nvSpPr>
        <p:spPr>
          <a:xfrm>
            <a:off x="5020122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4" name="Moon 273"/>
          <p:cNvSpPr/>
          <p:nvPr/>
        </p:nvSpPr>
        <p:spPr>
          <a:xfrm>
            <a:off x="5020122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5" name="Rectangle 274"/>
          <p:cNvSpPr/>
          <p:nvPr/>
        </p:nvSpPr>
        <p:spPr>
          <a:xfrm>
            <a:off x="5332649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6" name="Oval 275"/>
          <p:cNvSpPr/>
          <p:nvPr/>
        </p:nvSpPr>
        <p:spPr>
          <a:xfrm>
            <a:off x="5401025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7" name="Moon 276"/>
          <p:cNvSpPr/>
          <p:nvPr/>
        </p:nvSpPr>
        <p:spPr>
          <a:xfrm>
            <a:off x="5401025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8" name="Rectangle 277"/>
          <p:cNvSpPr/>
          <p:nvPr/>
        </p:nvSpPr>
        <p:spPr>
          <a:xfrm>
            <a:off x="5713553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79" name="Oval 278"/>
          <p:cNvSpPr/>
          <p:nvPr/>
        </p:nvSpPr>
        <p:spPr>
          <a:xfrm>
            <a:off x="5781929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0" name="Moon 279"/>
          <p:cNvSpPr/>
          <p:nvPr/>
        </p:nvSpPr>
        <p:spPr>
          <a:xfrm>
            <a:off x="5781929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1" name="Rectangle 280"/>
          <p:cNvSpPr/>
          <p:nvPr/>
        </p:nvSpPr>
        <p:spPr>
          <a:xfrm>
            <a:off x="6094456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2" name="Oval 281"/>
          <p:cNvSpPr/>
          <p:nvPr/>
        </p:nvSpPr>
        <p:spPr>
          <a:xfrm>
            <a:off x="6162832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3" name="Moon 282"/>
          <p:cNvSpPr/>
          <p:nvPr/>
        </p:nvSpPr>
        <p:spPr>
          <a:xfrm>
            <a:off x="6162832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4" name="Rectangle 283"/>
          <p:cNvSpPr/>
          <p:nvPr/>
        </p:nvSpPr>
        <p:spPr>
          <a:xfrm>
            <a:off x="6475360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5" name="Oval 284"/>
          <p:cNvSpPr/>
          <p:nvPr/>
        </p:nvSpPr>
        <p:spPr>
          <a:xfrm>
            <a:off x="6543736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6" name="Moon 285"/>
          <p:cNvSpPr/>
          <p:nvPr/>
        </p:nvSpPr>
        <p:spPr>
          <a:xfrm>
            <a:off x="654373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7" name="Rectangle 286"/>
          <p:cNvSpPr/>
          <p:nvPr/>
        </p:nvSpPr>
        <p:spPr>
          <a:xfrm>
            <a:off x="6856263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8" name="Oval 287"/>
          <p:cNvSpPr/>
          <p:nvPr/>
        </p:nvSpPr>
        <p:spPr>
          <a:xfrm>
            <a:off x="6924639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89" name="Moon 288"/>
          <p:cNvSpPr/>
          <p:nvPr/>
        </p:nvSpPr>
        <p:spPr>
          <a:xfrm>
            <a:off x="6924639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0" name="Rectangle 289"/>
          <p:cNvSpPr/>
          <p:nvPr/>
        </p:nvSpPr>
        <p:spPr>
          <a:xfrm>
            <a:off x="7237167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1" name="Oval 290"/>
          <p:cNvSpPr/>
          <p:nvPr/>
        </p:nvSpPr>
        <p:spPr>
          <a:xfrm>
            <a:off x="7305543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2" name="Moon 291"/>
          <p:cNvSpPr/>
          <p:nvPr/>
        </p:nvSpPr>
        <p:spPr>
          <a:xfrm>
            <a:off x="730554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3" name="Rectangle 292"/>
          <p:cNvSpPr/>
          <p:nvPr/>
        </p:nvSpPr>
        <p:spPr>
          <a:xfrm>
            <a:off x="7618070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4" name="Oval 293"/>
          <p:cNvSpPr/>
          <p:nvPr/>
        </p:nvSpPr>
        <p:spPr>
          <a:xfrm>
            <a:off x="7686446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5" name="Moon 294"/>
          <p:cNvSpPr/>
          <p:nvPr/>
        </p:nvSpPr>
        <p:spPr>
          <a:xfrm>
            <a:off x="7686446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6" name="Rectangle 295"/>
          <p:cNvSpPr/>
          <p:nvPr/>
        </p:nvSpPr>
        <p:spPr>
          <a:xfrm>
            <a:off x="7998974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7" name="Oval 296"/>
          <p:cNvSpPr/>
          <p:nvPr/>
        </p:nvSpPr>
        <p:spPr>
          <a:xfrm>
            <a:off x="8067350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8" name="Moon 297"/>
          <p:cNvSpPr/>
          <p:nvPr/>
        </p:nvSpPr>
        <p:spPr>
          <a:xfrm>
            <a:off x="8067350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99" name="Rectangle 298"/>
          <p:cNvSpPr/>
          <p:nvPr/>
        </p:nvSpPr>
        <p:spPr>
          <a:xfrm>
            <a:off x="8379877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0" name="Oval 299"/>
          <p:cNvSpPr/>
          <p:nvPr/>
        </p:nvSpPr>
        <p:spPr>
          <a:xfrm>
            <a:off x="8448253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1" name="Moon 300"/>
          <p:cNvSpPr/>
          <p:nvPr/>
        </p:nvSpPr>
        <p:spPr>
          <a:xfrm>
            <a:off x="8448253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2" name="Rectangle 301"/>
          <p:cNvSpPr/>
          <p:nvPr/>
        </p:nvSpPr>
        <p:spPr>
          <a:xfrm>
            <a:off x="8760781" y="533210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3" name="Oval 302"/>
          <p:cNvSpPr/>
          <p:nvPr/>
        </p:nvSpPr>
        <p:spPr>
          <a:xfrm>
            <a:off x="8829157" y="540090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4" name="Moon 303"/>
          <p:cNvSpPr/>
          <p:nvPr/>
        </p:nvSpPr>
        <p:spPr>
          <a:xfrm>
            <a:off x="8829157" y="540090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8" name="Rectangle 307"/>
          <p:cNvSpPr/>
          <p:nvPr/>
        </p:nvSpPr>
        <p:spPr>
          <a:xfrm>
            <a:off x="0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09" name="Oval 308"/>
          <p:cNvSpPr/>
          <p:nvPr/>
        </p:nvSpPr>
        <p:spPr>
          <a:xfrm>
            <a:off x="68376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0" name="Moon 309"/>
          <p:cNvSpPr/>
          <p:nvPr/>
        </p:nvSpPr>
        <p:spPr>
          <a:xfrm>
            <a:off x="68376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1" name="Rectangle 310"/>
          <p:cNvSpPr/>
          <p:nvPr/>
        </p:nvSpPr>
        <p:spPr>
          <a:xfrm>
            <a:off x="380904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2" name="Oval 311"/>
          <p:cNvSpPr/>
          <p:nvPr/>
        </p:nvSpPr>
        <p:spPr>
          <a:xfrm>
            <a:off x="449280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3" name="Moon 312"/>
          <p:cNvSpPr/>
          <p:nvPr/>
        </p:nvSpPr>
        <p:spPr>
          <a:xfrm>
            <a:off x="449280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4" name="Rectangle 313"/>
          <p:cNvSpPr/>
          <p:nvPr/>
        </p:nvSpPr>
        <p:spPr>
          <a:xfrm>
            <a:off x="761807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5" name="Oval 314"/>
          <p:cNvSpPr/>
          <p:nvPr/>
        </p:nvSpPr>
        <p:spPr>
          <a:xfrm>
            <a:off x="830183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6" name="Moon 315"/>
          <p:cNvSpPr/>
          <p:nvPr/>
        </p:nvSpPr>
        <p:spPr>
          <a:xfrm>
            <a:off x="830183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7" name="Rectangle 316"/>
          <p:cNvSpPr/>
          <p:nvPr/>
        </p:nvSpPr>
        <p:spPr>
          <a:xfrm>
            <a:off x="1142711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8" name="Oval 317"/>
          <p:cNvSpPr/>
          <p:nvPr/>
        </p:nvSpPr>
        <p:spPr>
          <a:xfrm>
            <a:off x="1211087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9" name="Moon 318"/>
          <p:cNvSpPr/>
          <p:nvPr/>
        </p:nvSpPr>
        <p:spPr>
          <a:xfrm>
            <a:off x="1211087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0" name="Rectangle 319"/>
          <p:cNvSpPr/>
          <p:nvPr/>
        </p:nvSpPr>
        <p:spPr>
          <a:xfrm>
            <a:off x="1523614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1" name="Oval 320"/>
          <p:cNvSpPr/>
          <p:nvPr/>
        </p:nvSpPr>
        <p:spPr>
          <a:xfrm>
            <a:off x="1591990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2" name="Moon 321"/>
          <p:cNvSpPr/>
          <p:nvPr/>
        </p:nvSpPr>
        <p:spPr>
          <a:xfrm>
            <a:off x="1591990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3" name="Rectangle 322"/>
          <p:cNvSpPr/>
          <p:nvPr/>
        </p:nvSpPr>
        <p:spPr>
          <a:xfrm>
            <a:off x="1904518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4" name="Oval 323"/>
          <p:cNvSpPr/>
          <p:nvPr/>
        </p:nvSpPr>
        <p:spPr>
          <a:xfrm>
            <a:off x="1972894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5" name="Moon 324"/>
          <p:cNvSpPr/>
          <p:nvPr/>
        </p:nvSpPr>
        <p:spPr>
          <a:xfrm>
            <a:off x="1972894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6" name="Rectangle 325"/>
          <p:cNvSpPr/>
          <p:nvPr/>
        </p:nvSpPr>
        <p:spPr>
          <a:xfrm>
            <a:off x="2285421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7" name="Oval 326"/>
          <p:cNvSpPr/>
          <p:nvPr/>
        </p:nvSpPr>
        <p:spPr>
          <a:xfrm>
            <a:off x="2353797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8" name="Moon 327"/>
          <p:cNvSpPr/>
          <p:nvPr/>
        </p:nvSpPr>
        <p:spPr>
          <a:xfrm>
            <a:off x="2353797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29" name="Rectangle 328"/>
          <p:cNvSpPr/>
          <p:nvPr/>
        </p:nvSpPr>
        <p:spPr>
          <a:xfrm>
            <a:off x="2666325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0" name="Oval 329"/>
          <p:cNvSpPr/>
          <p:nvPr/>
        </p:nvSpPr>
        <p:spPr>
          <a:xfrm>
            <a:off x="2734701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1" name="Moon 330"/>
          <p:cNvSpPr/>
          <p:nvPr/>
        </p:nvSpPr>
        <p:spPr>
          <a:xfrm>
            <a:off x="2734701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2" name="Rectangle 331"/>
          <p:cNvSpPr/>
          <p:nvPr/>
        </p:nvSpPr>
        <p:spPr>
          <a:xfrm>
            <a:off x="3047228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3" name="Oval 332"/>
          <p:cNvSpPr/>
          <p:nvPr/>
        </p:nvSpPr>
        <p:spPr>
          <a:xfrm>
            <a:off x="3115604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4" name="Moon 333"/>
          <p:cNvSpPr/>
          <p:nvPr/>
        </p:nvSpPr>
        <p:spPr>
          <a:xfrm>
            <a:off x="3115604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5" name="Rectangle 334"/>
          <p:cNvSpPr/>
          <p:nvPr/>
        </p:nvSpPr>
        <p:spPr>
          <a:xfrm>
            <a:off x="3428132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6" name="Oval 335"/>
          <p:cNvSpPr/>
          <p:nvPr/>
        </p:nvSpPr>
        <p:spPr>
          <a:xfrm>
            <a:off x="3496508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7" name="Moon 336"/>
          <p:cNvSpPr/>
          <p:nvPr/>
        </p:nvSpPr>
        <p:spPr>
          <a:xfrm>
            <a:off x="3496508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8" name="Rectangle 337"/>
          <p:cNvSpPr/>
          <p:nvPr/>
        </p:nvSpPr>
        <p:spPr>
          <a:xfrm>
            <a:off x="3809035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39" name="Oval 338"/>
          <p:cNvSpPr/>
          <p:nvPr/>
        </p:nvSpPr>
        <p:spPr>
          <a:xfrm>
            <a:off x="3877411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0" name="Moon 339"/>
          <p:cNvSpPr/>
          <p:nvPr/>
        </p:nvSpPr>
        <p:spPr>
          <a:xfrm>
            <a:off x="3877411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1" name="Rectangle 340"/>
          <p:cNvSpPr/>
          <p:nvPr/>
        </p:nvSpPr>
        <p:spPr>
          <a:xfrm>
            <a:off x="4189939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342" name="Oval 341"/>
          <p:cNvSpPr/>
          <p:nvPr/>
        </p:nvSpPr>
        <p:spPr>
          <a:xfrm>
            <a:off x="4258315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3" name="Moon 342"/>
          <p:cNvSpPr/>
          <p:nvPr/>
        </p:nvSpPr>
        <p:spPr>
          <a:xfrm>
            <a:off x="4258315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4" name="Rectangle 343"/>
          <p:cNvSpPr/>
          <p:nvPr/>
        </p:nvSpPr>
        <p:spPr>
          <a:xfrm>
            <a:off x="4570842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5" name="Oval 344"/>
          <p:cNvSpPr/>
          <p:nvPr/>
        </p:nvSpPr>
        <p:spPr>
          <a:xfrm>
            <a:off x="4639218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6" name="Moon 345"/>
          <p:cNvSpPr/>
          <p:nvPr/>
        </p:nvSpPr>
        <p:spPr>
          <a:xfrm>
            <a:off x="4639218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7" name="Rectangle 346"/>
          <p:cNvSpPr/>
          <p:nvPr/>
        </p:nvSpPr>
        <p:spPr>
          <a:xfrm>
            <a:off x="4951746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8" name="Oval 347"/>
          <p:cNvSpPr/>
          <p:nvPr/>
        </p:nvSpPr>
        <p:spPr>
          <a:xfrm>
            <a:off x="5020122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49" name="Moon 348"/>
          <p:cNvSpPr/>
          <p:nvPr/>
        </p:nvSpPr>
        <p:spPr>
          <a:xfrm>
            <a:off x="5020122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0" name="Rectangle 349"/>
          <p:cNvSpPr/>
          <p:nvPr/>
        </p:nvSpPr>
        <p:spPr>
          <a:xfrm>
            <a:off x="5332649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1" name="Oval 350"/>
          <p:cNvSpPr/>
          <p:nvPr/>
        </p:nvSpPr>
        <p:spPr>
          <a:xfrm>
            <a:off x="5401025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2" name="Moon 351"/>
          <p:cNvSpPr/>
          <p:nvPr/>
        </p:nvSpPr>
        <p:spPr>
          <a:xfrm>
            <a:off x="5401025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3" name="Rectangle 352"/>
          <p:cNvSpPr/>
          <p:nvPr/>
        </p:nvSpPr>
        <p:spPr>
          <a:xfrm>
            <a:off x="5713553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4" name="Oval 353"/>
          <p:cNvSpPr/>
          <p:nvPr/>
        </p:nvSpPr>
        <p:spPr>
          <a:xfrm>
            <a:off x="5781929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5" name="Moon 354"/>
          <p:cNvSpPr/>
          <p:nvPr/>
        </p:nvSpPr>
        <p:spPr>
          <a:xfrm>
            <a:off x="5781929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6" name="Rectangle 355"/>
          <p:cNvSpPr/>
          <p:nvPr/>
        </p:nvSpPr>
        <p:spPr>
          <a:xfrm>
            <a:off x="6094456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7" name="Oval 356"/>
          <p:cNvSpPr/>
          <p:nvPr/>
        </p:nvSpPr>
        <p:spPr>
          <a:xfrm>
            <a:off x="6162832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8" name="Moon 357"/>
          <p:cNvSpPr/>
          <p:nvPr/>
        </p:nvSpPr>
        <p:spPr>
          <a:xfrm>
            <a:off x="6162832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59" name="Rectangle 358"/>
          <p:cNvSpPr/>
          <p:nvPr/>
        </p:nvSpPr>
        <p:spPr>
          <a:xfrm>
            <a:off x="6475360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0" name="Oval 359"/>
          <p:cNvSpPr/>
          <p:nvPr/>
        </p:nvSpPr>
        <p:spPr>
          <a:xfrm>
            <a:off x="6543736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1" name="Moon 360"/>
          <p:cNvSpPr/>
          <p:nvPr/>
        </p:nvSpPr>
        <p:spPr>
          <a:xfrm>
            <a:off x="6543736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2" name="Rectangle 361"/>
          <p:cNvSpPr/>
          <p:nvPr/>
        </p:nvSpPr>
        <p:spPr>
          <a:xfrm>
            <a:off x="6856263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3" name="Oval 362"/>
          <p:cNvSpPr/>
          <p:nvPr/>
        </p:nvSpPr>
        <p:spPr>
          <a:xfrm>
            <a:off x="6924639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4" name="Moon 363"/>
          <p:cNvSpPr/>
          <p:nvPr/>
        </p:nvSpPr>
        <p:spPr>
          <a:xfrm>
            <a:off x="6924639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5" name="Rectangle 364"/>
          <p:cNvSpPr/>
          <p:nvPr/>
        </p:nvSpPr>
        <p:spPr>
          <a:xfrm>
            <a:off x="7237167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366" name="Oval 365"/>
          <p:cNvSpPr/>
          <p:nvPr/>
        </p:nvSpPr>
        <p:spPr>
          <a:xfrm>
            <a:off x="7305543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7" name="Moon 366"/>
          <p:cNvSpPr/>
          <p:nvPr/>
        </p:nvSpPr>
        <p:spPr>
          <a:xfrm>
            <a:off x="7305543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68" name="Rectangle 367"/>
          <p:cNvSpPr/>
          <p:nvPr/>
        </p:nvSpPr>
        <p:spPr>
          <a:xfrm>
            <a:off x="7618070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369" name="Oval 368"/>
          <p:cNvSpPr/>
          <p:nvPr/>
        </p:nvSpPr>
        <p:spPr>
          <a:xfrm>
            <a:off x="7686446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0" name="Moon 369"/>
          <p:cNvSpPr/>
          <p:nvPr/>
        </p:nvSpPr>
        <p:spPr>
          <a:xfrm>
            <a:off x="7686446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1" name="Rectangle 370"/>
          <p:cNvSpPr/>
          <p:nvPr/>
        </p:nvSpPr>
        <p:spPr>
          <a:xfrm>
            <a:off x="7998974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2" name="Oval 371"/>
          <p:cNvSpPr/>
          <p:nvPr/>
        </p:nvSpPr>
        <p:spPr>
          <a:xfrm>
            <a:off x="8067350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3" name="Moon 372"/>
          <p:cNvSpPr/>
          <p:nvPr/>
        </p:nvSpPr>
        <p:spPr>
          <a:xfrm>
            <a:off x="8067350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4" name="Rectangle 373"/>
          <p:cNvSpPr/>
          <p:nvPr/>
        </p:nvSpPr>
        <p:spPr>
          <a:xfrm>
            <a:off x="8379877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5" name="Oval 374"/>
          <p:cNvSpPr/>
          <p:nvPr/>
        </p:nvSpPr>
        <p:spPr>
          <a:xfrm>
            <a:off x="8448253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6" name="Moon 375"/>
          <p:cNvSpPr/>
          <p:nvPr/>
        </p:nvSpPr>
        <p:spPr>
          <a:xfrm>
            <a:off x="8448253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7" name="Rectangle 376"/>
          <p:cNvSpPr/>
          <p:nvPr/>
        </p:nvSpPr>
        <p:spPr>
          <a:xfrm>
            <a:off x="8760781" y="4951242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8" name="Oval 377"/>
          <p:cNvSpPr/>
          <p:nvPr/>
        </p:nvSpPr>
        <p:spPr>
          <a:xfrm>
            <a:off x="8829157" y="5020039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79" name="Moon 378"/>
          <p:cNvSpPr/>
          <p:nvPr/>
        </p:nvSpPr>
        <p:spPr>
          <a:xfrm>
            <a:off x="8829157" y="5020039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3" name="Rectangle 382"/>
          <p:cNvSpPr/>
          <p:nvPr/>
        </p:nvSpPr>
        <p:spPr>
          <a:xfrm>
            <a:off x="0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4" name="Oval 383"/>
          <p:cNvSpPr/>
          <p:nvPr/>
        </p:nvSpPr>
        <p:spPr>
          <a:xfrm>
            <a:off x="68376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5" name="Moon 384"/>
          <p:cNvSpPr/>
          <p:nvPr/>
        </p:nvSpPr>
        <p:spPr>
          <a:xfrm>
            <a:off x="68376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6" name="Rectangle 385"/>
          <p:cNvSpPr/>
          <p:nvPr/>
        </p:nvSpPr>
        <p:spPr>
          <a:xfrm>
            <a:off x="380904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387" name="Oval 386"/>
          <p:cNvSpPr/>
          <p:nvPr/>
        </p:nvSpPr>
        <p:spPr>
          <a:xfrm>
            <a:off x="449280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8" name="Moon 387"/>
          <p:cNvSpPr/>
          <p:nvPr/>
        </p:nvSpPr>
        <p:spPr>
          <a:xfrm>
            <a:off x="449280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9" name="Rectangle 388"/>
          <p:cNvSpPr/>
          <p:nvPr/>
        </p:nvSpPr>
        <p:spPr>
          <a:xfrm>
            <a:off x="761807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0" name="Oval 389"/>
          <p:cNvSpPr/>
          <p:nvPr/>
        </p:nvSpPr>
        <p:spPr>
          <a:xfrm>
            <a:off x="830183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1" name="Moon 390"/>
          <p:cNvSpPr/>
          <p:nvPr/>
        </p:nvSpPr>
        <p:spPr>
          <a:xfrm>
            <a:off x="830183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2" name="Rectangle 391"/>
          <p:cNvSpPr/>
          <p:nvPr/>
        </p:nvSpPr>
        <p:spPr>
          <a:xfrm>
            <a:off x="1142711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3" name="Oval 392"/>
          <p:cNvSpPr/>
          <p:nvPr/>
        </p:nvSpPr>
        <p:spPr>
          <a:xfrm>
            <a:off x="1211087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4" name="Moon 393"/>
          <p:cNvSpPr/>
          <p:nvPr/>
        </p:nvSpPr>
        <p:spPr>
          <a:xfrm>
            <a:off x="1211087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5" name="Rectangle 394"/>
          <p:cNvSpPr/>
          <p:nvPr/>
        </p:nvSpPr>
        <p:spPr>
          <a:xfrm>
            <a:off x="1523614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6" name="Oval 395"/>
          <p:cNvSpPr/>
          <p:nvPr/>
        </p:nvSpPr>
        <p:spPr>
          <a:xfrm>
            <a:off x="1591990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7" name="Moon 396"/>
          <p:cNvSpPr/>
          <p:nvPr/>
        </p:nvSpPr>
        <p:spPr>
          <a:xfrm>
            <a:off x="1591990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8" name="Rectangle 397"/>
          <p:cNvSpPr/>
          <p:nvPr/>
        </p:nvSpPr>
        <p:spPr>
          <a:xfrm>
            <a:off x="1904518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399" name="Oval 398"/>
          <p:cNvSpPr/>
          <p:nvPr/>
        </p:nvSpPr>
        <p:spPr>
          <a:xfrm>
            <a:off x="1972894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0" name="Moon 399"/>
          <p:cNvSpPr/>
          <p:nvPr/>
        </p:nvSpPr>
        <p:spPr>
          <a:xfrm>
            <a:off x="1972894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1" name="Rectangle 400"/>
          <p:cNvSpPr/>
          <p:nvPr/>
        </p:nvSpPr>
        <p:spPr>
          <a:xfrm>
            <a:off x="2285421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2" name="Oval 401"/>
          <p:cNvSpPr/>
          <p:nvPr/>
        </p:nvSpPr>
        <p:spPr>
          <a:xfrm>
            <a:off x="2353797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3" name="Moon 402"/>
          <p:cNvSpPr/>
          <p:nvPr/>
        </p:nvSpPr>
        <p:spPr>
          <a:xfrm>
            <a:off x="2353797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4" name="Rectangle 403"/>
          <p:cNvSpPr/>
          <p:nvPr/>
        </p:nvSpPr>
        <p:spPr>
          <a:xfrm>
            <a:off x="2666325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5" name="Oval 404"/>
          <p:cNvSpPr/>
          <p:nvPr/>
        </p:nvSpPr>
        <p:spPr>
          <a:xfrm>
            <a:off x="2734701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6" name="Moon 405"/>
          <p:cNvSpPr/>
          <p:nvPr/>
        </p:nvSpPr>
        <p:spPr>
          <a:xfrm>
            <a:off x="2734701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7" name="Rectangle 406"/>
          <p:cNvSpPr/>
          <p:nvPr/>
        </p:nvSpPr>
        <p:spPr>
          <a:xfrm>
            <a:off x="3047228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8" name="Oval 407"/>
          <p:cNvSpPr/>
          <p:nvPr/>
        </p:nvSpPr>
        <p:spPr>
          <a:xfrm>
            <a:off x="3115604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9" name="Moon 408"/>
          <p:cNvSpPr/>
          <p:nvPr/>
        </p:nvSpPr>
        <p:spPr>
          <a:xfrm>
            <a:off x="3115604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0" name="Rectangle 409"/>
          <p:cNvSpPr/>
          <p:nvPr/>
        </p:nvSpPr>
        <p:spPr>
          <a:xfrm>
            <a:off x="3428132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1" name="Oval 410"/>
          <p:cNvSpPr/>
          <p:nvPr/>
        </p:nvSpPr>
        <p:spPr>
          <a:xfrm>
            <a:off x="3496508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2" name="Moon 411"/>
          <p:cNvSpPr/>
          <p:nvPr/>
        </p:nvSpPr>
        <p:spPr>
          <a:xfrm>
            <a:off x="3496508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3" name="Rectangle 412"/>
          <p:cNvSpPr/>
          <p:nvPr/>
        </p:nvSpPr>
        <p:spPr>
          <a:xfrm>
            <a:off x="3809035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4" name="Oval 413"/>
          <p:cNvSpPr/>
          <p:nvPr/>
        </p:nvSpPr>
        <p:spPr>
          <a:xfrm>
            <a:off x="3877411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5" name="Moon 414"/>
          <p:cNvSpPr/>
          <p:nvPr/>
        </p:nvSpPr>
        <p:spPr>
          <a:xfrm>
            <a:off x="3877411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6" name="Rectangle 415"/>
          <p:cNvSpPr/>
          <p:nvPr/>
        </p:nvSpPr>
        <p:spPr>
          <a:xfrm>
            <a:off x="4189939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7" name="Oval 416"/>
          <p:cNvSpPr/>
          <p:nvPr/>
        </p:nvSpPr>
        <p:spPr>
          <a:xfrm>
            <a:off x="4258315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8" name="Moon 417"/>
          <p:cNvSpPr/>
          <p:nvPr/>
        </p:nvSpPr>
        <p:spPr>
          <a:xfrm>
            <a:off x="4258315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19" name="Rectangle 418"/>
          <p:cNvSpPr/>
          <p:nvPr/>
        </p:nvSpPr>
        <p:spPr>
          <a:xfrm>
            <a:off x="4570842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420" name="Oval 419"/>
          <p:cNvSpPr/>
          <p:nvPr/>
        </p:nvSpPr>
        <p:spPr>
          <a:xfrm>
            <a:off x="4639218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1" name="Moon 420"/>
          <p:cNvSpPr/>
          <p:nvPr/>
        </p:nvSpPr>
        <p:spPr>
          <a:xfrm>
            <a:off x="4639218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2" name="Rectangle 421"/>
          <p:cNvSpPr/>
          <p:nvPr/>
        </p:nvSpPr>
        <p:spPr>
          <a:xfrm>
            <a:off x="4951746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3" name="Oval 422"/>
          <p:cNvSpPr/>
          <p:nvPr/>
        </p:nvSpPr>
        <p:spPr>
          <a:xfrm>
            <a:off x="5020122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4" name="Moon 423"/>
          <p:cNvSpPr/>
          <p:nvPr/>
        </p:nvSpPr>
        <p:spPr>
          <a:xfrm>
            <a:off x="5020122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5" name="Rectangle 424"/>
          <p:cNvSpPr/>
          <p:nvPr/>
        </p:nvSpPr>
        <p:spPr>
          <a:xfrm>
            <a:off x="5332649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6" name="Oval 425"/>
          <p:cNvSpPr/>
          <p:nvPr/>
        </p:nvSpPr>
        <p:spPr>
          <a:xfrm>
            <a:off x="5401025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7" name="Moon 426"/>
          <p:cNvSpPr/>
          <p:nvPr/>
        </p:nvSpPr>
        <p:spPr>
          <a:xfrm>
            <a:off x="5401025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8" name="Rectangle 427"/>
          <p:cNvSpPr/>
          <p:nvPr/>
        </p:nvSpPr>
        <p:spPr>
          <a:xfrm>
            <a:off x="5713553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29" name="Oval 428"/>
          <p:cNvSpPr/>
          <p:nvPr/>
        </p:nvSpPr>
        <p:spPr>
          <a:xfrm>
            <a:off x="5781929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0" name="Moon 429"/>
          <p:cNvSpPr/>
          <p:nvPr/>
        </p:nvSpPr>
        <p:spPr>
          <a:xfrm>
            <a:off x="5781929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1" name="Rectangle 430"/>
          <p:cNvSpPr/>
          <p:nvPr/>
        </p:nvSpPr>
        <p:spPr>
          <a:xfrm>
            <a:off x="6094456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2" name="Oval 431"/>
          <p:cNvSpPr/>
          <p:nvPr/>
        </p:nvSpPr>
        <p:spPr>
          <a:xfrm>
            <a:off x="6162832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3" name="Moon 432"/>
          <p:cNvSpPr/>
          <p:nvPr/>
        </p:nvSpPr>
        <p:spPr>
          <a:xfrm>
            <a:off x="6162832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4" name="Rectangle 433"/>
          <p:cNvSpPr/>
          <p:nvPr/>
        </p:nvSpPr>
        <p:spPr>
          <a:xfrm>
            <a:off x="6475360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5" name="Oval 434"/>
          <p:cNvSpPr/>
          <p:nvPr/>
        </p:nvSpPr>
        <p:spPr>
          <a:xfrm>
            <a:off x="6543736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6" name="Moon 435"/>
          <p:cNvSpPr/>
          <p:nvPr/>
        </p:nvSpPr>
        <p:spPr>
          <a:xfrm>
            <a:off x="6543736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7" name="Rectangle 436"/>
          <p:cNvSpPr/>
          <p:nvPr/>
        </p:nvSpPr>
        <p:spPr>
          <a:xfrm>
            <a:off x="6856263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8" name="Oval 437"/>
          <p:cNvSpPr/>
          <p:nvPr/>
        </p:nvSpPr>
        <p:spPr>
          <a:xfrm>
            <a:off x="6924639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39" name="Moon 438"/>
          <p:cNvSpPr/>
          <p:nvPr/>
        </p:nvSpPr>
        <p:spPr>
          <a:xfrm>
            <a:off x="6924639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40" name="Rectangle 439"/>
          <p:cNvSpPr/>
          <p:nvPr/>
        </p:nvSpPr>
        <p:spPr>
          <a:xfrm>
            <a:off x="7237167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441" name="Oval 440"/>
          <p:cNvSpPr/>
          <p:nvPr/>
        </p:nvSpPr>
        <p:spPr>
          <a:xfrm>
            <a:off x="7305543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42" name="Moon 441"/>
          <p:cNvSpPr/>
          <p:nvPr/>
        </p:nvSpPr>
        <p:spPr>
          <a:xfrm>
            <a:off x="7305543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43" name="Rectangle 442"/>
          <p:cNvSpPr/>
          <p:nvPr/>
        </p:nvSpPr>
        <p:spPr>
          <a:xfrm>
            <a:off x="7618070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444" name="Oval 443"/>
          <p:cNvSpPr/>
          <p:nvPr/>
        </p:nvSpPr>
        <p:spPr>
          <a:xfrm>
            <a:off x="7686446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45" name="Moon 444"/>
          <p:cNvSpPr/>
          <p:nvPr/>
        </p:nvSpPr>
        <p:spPr>
          <a:xfrm>
            <a:off x="7686446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46" name="Rectangle 445"/>
          <p:cNvSpPr/>
          <p:nvPr/>
        </p:nvSpPr>
        <p:spPr>
          <a:xfrm>
            <a:off x="7998974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47" name="Oval 446"/>
          <p:cNvSpPr/>
          <p:nvPr/>
        </p:nvSpPr>
        <p:spPr>
          <a:xfrm>
            <a:off x="8067350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48" name="Moon 447"/>
          <p:cNvSpPr/>
          <p:nvPr/>
        </p:nvSpPr>
        <p:spPr>
          <a:xfrm>
            <a:off x="8067350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49" name="Rectangle 448"/>
          <p:cNvSpPr/>
          <p:nvPr/>
        </p:nvSpPr>
        <p:spPr>
          <a:xfrm>
            <a:off x="8379877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0" name="Oval 449"/>
          <p:cNvSpPr/>
          <p:nvPr/>
        </p:nvSpPr>
        <p:spPr>
          <a:xfrm>
            <a:off x="8448253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1" name="Moon 450"/>
          <p:cNvSpPr/>
          <p:nvPr/>
        </p:nvSpPr>
        <p:spPr>
          <a:xfrm>
            <a:off x="8448253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2" name="Rectangle 451"/>
          <p:cNvSpPr/>
          <p:nvPr/>
        </p:nvSpPr>
        <p:spPr>
          <a:xfrm>
            <a:off x="8760781" y="4570377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453" name="Oval 452"/>
          <p:cNvSpPr/>
          <p:nvPr/>
        </p:nvSpPr>
        <p:spPr>
          <a:xfrm>
            <a:off x="8829157" y="4639174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4" name="Moon 453"/>
          <p:cNvSpPr/>
          <p:nvPr/>
        </p:nvSpPr>
        <p:spPr>
          <a:xfrm>
            <a:off x="8829157" y="4639174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8" name="Rectangle 457"/>
          <p:cNvSpPr/>
          <p:nvPr/>
        </p:nvSpPr>
        <p:spPr>
          <a:xfrm>
            <a:off x="0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59" name="Oval 458"/>
          <p:cNvSpPr/>
          <p:nvPr/>
        </p:nvSpPr>
        <p:spPr>
          <a:xfrm>
            <a:off x="68376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0" name="Moon 459"/>
          <p:cNvSpPr/>
          <p:nvPr/>
        </p:nvSpPr>
        <p:spPr>
          <a:xfrm>
            <a:off x="68376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1" name="Rectangle 460"/>
          <p:cNvSpPr/>
          <p:nvPr/>
        </p:nvSpPr>
        <p:spPr>
          <a:xfrm>
            <a:off x="380904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2" name="Oval 461"/>
          <p:cNvSpPr/>
          <p:nvPr/>
        </p:nvSpPr>
        <p:spPr>
          <a:xfrm>
            <a:off x="449280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3" name="Moon 462"/>
          <p:cNvSpPr/>
          <p:nvPr/>
        </p:nvSpPr>
        <p:spPr>
          <a:xfrm>
            <a:off x="449280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4" name="Rectangle 463"/>
          <p:cNvSpPr/>
          <p:nvPr/>
        </p:nvSpPr>
        <p:spPr>
          <a:xfrm>
            <a:off x="761807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5" name="Oval 464"/>
          <p:cNvSpPr/>
          <p:nvPr/>
        </p:nvSpPr>
        <p:spPr>
          <a:xfrm>
            <a:off x="830183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6" name="Moon 465"/>
          <p:cNvSpPr/>
          <p:nvPr/>
        </p:nvSpPr>
        <p:spPr>
          <a:xfrm>
            <a:off x="830183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7" name="Rectangle 466"/>
          <p:cNvSpPr/>
          <p:nvPr/>
        </p:nvSpPr>
        <p:spPr>
          <a:xfrm>
            <a:off x="1142711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8" name="Oval 467"/>
          <p:cNvSpPr/>
          <p:nvPr/>
        </p:nvSpPr>
        <p:spPr>
          <a:xfrm>
            <a:off x="1211087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69" name="Moon 468"/>
          <p:cNvSpPr/>
          <p:nvPr/>
        </p:nvSpPr>
        <p:spPr>
          <a:xfrm>
            <a:off x="1211087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0" name="Rectangle 469"/>
          <p:cNvSpPr/>
          <p:nvPr/>
        </p:nvSpPr>
        <p:spPr>
          <a:xfrm>
            <a:off x="1523614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1" name="Oval 470"/>
          <p:cNvSpPr/>
          <p:nvPr/>
        </p:nvSpPr>
        <p:spPr>
          <a:xfrm>
            <a:off x="1591990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2" name="Moon 471"/>
          <p:cNvSpPr/>
          <p:nvPr/>
        </p:nvSpPr>
        <p:spPr>
          <a:xfrm>
            <a:off x="1591990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3" name="Rectangle 472"/>
          <p:cNvSpPr/>
          <p:nvPr/>
        </p:nvSpPr>
        <p:spPr>
          <a:xfrm>
            <a:off x="1904518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4" name="Oval 473"/>
          <p:cNvSpPr/>
          <p:nvPr/>
        </p:nvSpPr>
        <p:spPr>
          <a:xfrm>
            <a:off x="1972894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5" name="Moon 474"/>
          <p:cNvSpPr/>
          <p:nvPr/>
        </p:nvSpPr>
        <p:spPr>
          <a:xfrm>
            <a:off x="1972894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6" name="Rectangle 475"/>
          <p:cNvSpPr/>
          <p:nvPr/>
        </p:nvSpPr>
        <p:spPr>
          <a:xfrm>
            <a:off x="2285421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7" name="Oval 476"/>
          <p:cNvSpPr/>
          <p:nvPr/>
        </p:nvSpPr>
        <p:spPr>
          <a:xfrm>
            <a:off x="2353797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8" name="Moon 477"/>
          <p:cNvSpPr/>
          <p:nvPr/>
        </p:nvSpPr>
        <p:spPr>
          <a:xfrm>
            <a:off x="2353797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9" name="Rectangle 478"/>
          <p:cNvSpPr/>
          <p:nvPr/>
        </p:nvSpPr>
        <p:spPr>
          <a:xfrm>
            <a:off x="2666325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0" name="Oval 479"/>
          <p:cNvSpPr/>
          <p:nvPr/>
        </p:nvSpPr>
        <p:spPr>
          <a:xfrm>
            <a:off x="2734701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1" name="Moon 480"/>
          <p:cNvSpPr/>
          <p:nvPr/>
        </p:nvSpPr>
        <p:spPr>
          <a:xfrm>
            <a:off x="2734701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2" name="Rectangle 481"/>
          <p:cNvSpPr/>
          <p:nvPr/>
        </p:nvSpPr>
        <p:spPr>
          <a:xfrm>
            <a:off x="3047228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3" name="Oval 482"/>
          <p:cNvSpPr/>
          <p:nvPr/>
        </p:nvSpPr>
        <p:spPr>
          <a:xfrm>
            <a:off x="3115604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4" name="Moon 483"/>
          <p:cNvSpPr/>
          <p:nvPr/>
        </p:nvSpPr>
        <p:spPr>
          <a:xfrm>
            <a:off x="3115604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5" name="Rectangle 484"/>
          <p:cNvSpPr/>
          <p:nvPr/>
        </p:nvSpPr>
        <p:spPr>
          <a:xfrm>
            <a:off x="3428132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6" name="Oval 485"/>
          <p:cNvSpPr/>
          <p:nvPr/>
        </p:nvSpPr>
        <p:spPr>
          <a:xfrm>
            <a:off x="3496508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7" name="Moon 486"/>
          <p:cNvSpPr/>
          <p:nvPr/>
        </p:nvSpPr>
        <p:spPr>
          <a:xfrm>
            <a:off x="3496508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8" name="Rectangle 487"/>
          <p:cNvSpPr/>
          <p:nvPr/>
        </p:nvSpPr>
        <p:spPr>
          <a:xfrm>
            <a:off x="3809035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89" name="Oval 488"/>
          <p:cNvSpPr/>
          <p:nvPr/>
        </p:nvSpPr>
        <p:spPr>
          <a:xfrm>
            <a:off x="3877411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90" name="Moon 489"/>
          <p:cNvSpPr/>
          <p:nvPr/>
        </p:nvSpPr>
        <p:spPr>
          <a:xfrm>
            <a:off x="3877411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91" name="Rectangle 490"/>
          <p:cNvSpPr/>
          <p:nvPr/>
        </p:nvSpPr>
        <p:spPr>
          <a:xfrm>
            <a:off x="4189939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92" name="Oval 491"/>
          <p:cNvSpPr/>
          <p:nvPr/>
        </p:nvSpPr>
        <p:spPr>
          <a:xfrm>
            <a:off x="4258315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93" name="Moon 492"/>
          <p:cNvSpPr/>
          <p:nvPr/>
        </p:nvSpPr>
        <p:spPr>
          <a:xfrm>
            <a:off x="4258315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94" name="Rectangle 493"/>
          <p:cNvSpPr/>
          <p:nvPr/>
        </p:nvSpPr>
        <p:spPr>
          <a:xfrm>
            <a:off x="4570842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95" name="Oval 494"/>
          <p:cNvSpPr/>
          <p:nvPr/>
        </p:nvSpPr>
        <p:spPr>
          <a:xfrm>
            <a:off x="4639218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96" name="Moon 495"/>
          <p:cNvSpPr/>
          <p:nvPr/>
        </p:nvSpPr>
        <p:spPr>
          <a:xfrm>
            <a:off x="4639218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97" name="Rectangle 496"/>
          <p:cNvSpPr/>
          <p:nvPr/>
        </p:nvSpPr>
        <p:spPr>
          <a:xfrm>
            <a:off x="4951746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498" name="Oval 497"/>
          <p:cNvSpPr/>
          <p:nvPr/>
        </p:nvSpPr>
        <p:spPr>
          <a:xfrm>
            <a:off x="5020122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99" name="Moon 498"/>
          <p:cNvSpPr/>
          <p:nvPr/>
        </p:nvSpPr>
        <p:spPr>
          <a:xfrm>
            <a:off x="5020122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0" name="Rectangle 499"/>
          <p:cNvSpPr/>
          <p:nvPr/>
        </p:nvSpPr>
        <p:spPr>
          <a:xfrm>
            <a:off x="5332649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501" name="Oval 500"/>
          <p:cNvSpPr/>
          <p:nvPr/>
        </p:nvSpPr>
        <p:spPr>
          <a:xfrm>
            <a:off x="5401025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2" name="Moon 501"/>
          <p:cNvSpPr/>
          <p:nvPr/>
        </p:nvSpPr>
        <p:spPr>
          <a:xfrm>
            <a:off x="5401025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3" name="Rectangle 502"/>
          <p:cNvSpPr/>
          <p:nvPr/>
        </p:nvSpPr>
        <p:spPr>
          <a:xfrm>
            <a:off x="5713553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4" name="Oval 503"/>
          <p:cNvSpPr/>
          <p:nvPr/>
        </p:nvSpPr>
        <p:spPr>
          <a:xfrm>
            <a:off x="5781929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5" name="Moon 504"/>
          <p:cNvSpPr/>
          <p:nvPr/>
        </p:nvSpPr>
        <p:spPr>
          <a:xfrm>
            <a:off x="5781929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6" name="Rectangle 505"/>
          <p:cNvSpPr/>
          <p:nvPr/>
        </p:nvSpPr>
        <p:spPr>
          <a:xfrm>
            <a:off x="6094456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7" name="Oval 506"/>
          <p:cNvSpPr/>
          <p:nvPr/>
        </p:nvSpPr>
        <p:spPr>
          <a:xfrm>
            <a:off x="6162832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8" name="Moon 507"/>
          <p:cNvSpPr/>
          <p:nvPr/>
        </p:nvSpPr>
        <p:spPr>
          <a:xfrm>
            <a:off x="6162832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9" name="Rectangle 508"/>
          <p:cNvSpPr/>
          <p:nvPr/>
        </p:nvSpPr>
        <p:spPr>
          <a:xfrm>
            <a:off x="6475360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10" name="Oval 509"/>
          <p:cNvSpPr/>
          <p:nvPr/>
        </p:nvSpPr>
        <p:spPr>
          <a:xfrm>
            <a:off x="6543736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11" name="Moon 510"/>
          <p:cNvSpPr/>
          <p:nvPr/>
        </p:nvSpPr>
        <p:spPr>
          <a:xfrm>
            <a:off x="6543736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12" name="Rectangle 511"/>
          <p:cNvSpPr/>
          <p:nvPr/>
        </p:nvSpPr>
        <p:spPr>
          <a:xfrm>
            <a:off x="6856263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13" name="Oval 512"/>
          <p:cNvSpPr/>
          <p:nvPr/>
        </p:nvSpPr>
        <p:spPr>
          <a:xfrm>
            <a:off x="6924639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14" name="Moon 513"/>
          <p:cNvSpPr/>
          <p:nvPr/>
        </p:nvSpPr>
        <p:spPr>
          <a:xfrm>
            <a:off x="6924639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15" name="Rectangle 514"/>
          <p:cNvSpPr/>
          <p:nvPr/>
        </p:nvSpPr>
        <p:spPr>
          <a:xfrm>
            <a:off x="7237167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516" name="Oval 515"/>
          <p:cNvSpPr/>
          <p:nvPr/>
        </p:nvSpPr>
        <p:spPr>
          <a:xfrm>
            <a:off x="7305543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17" name="Moon 516"/>
          <p:cNvSpPr/>
          <p:nvPr/>
        </p:nvSpPr>
        <p:spPr>
          <a:xfrm>
            <a:off x="7305543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18" name="Rectangle 517"/>
          <p:cNvSpPr/>
          <p:nvPr/>
        </p:nvSpPr>
        <p:spPr>
          <a:xfrm>
            <a:off x="7618070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519" name="Oval 518"/>
          <p:cNvSpPr/>
          <p:nvPr/>
        </p:nvSpPr>
        <p:spPr>
          <a:xfrm>
            <a:off x="7686446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20" name="Moon 519"/>
          <p:cNvSpPr/>
          <p:nvPr/>
        </p:nvSpPr>
        <p:spPr>
          <a:xfrm>
            <a:off x="7686446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21" name="Rectangle 520"/>
          <p:cNvSpPr/>
          <p:nvPr/>
        </p:nvSpPr>
        <p:spPr>
          <a:xfrm>
            <a:off x="7998974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22" name="Oval 521"/>
          <p:cNvSpPr/>
          <p:nvPr/>
        </p:nvSpPr>
        <p:spPr>
          <a:xfrm>
            <a:off x="8067350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23" name="Moon 522"/>
          <p:cNvSpPr/>
          <p:nvPr/>
        </p:nvSpPr>
        <p:spPr>
          <a:xfrm>
            <a:off x="8067350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24" name="Rectangle 523"/>
          <p:cNvSpPr/>
          <p:nvPr/>
        </p:nvSpPr>
        <p:spPr>
          <a:xfrm>
            <a:off x="8379877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25" name="Oval 524"/>
          <p:cNvSpPr/>
          <p:nvPr/>
        </p:nvSpPr>
        <p:spPr>
          <a:xfrm>
            <a:off x="8448253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26" name="Moon 525"/>
          <p:cNvSpPr/>
          <p:nvPr/>
        </p:nvSpPr>
        <p:spPr>
          <a:xfrm>
            <a:off x="8448253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27" name="Rectangle 526"/>
          <p:cNvSpPr/>
          <p:nvPr/>
        </p:nvSpPr>
        <p:spPr>
          <a:xfrm>
            <a:off x="8760781" y="418951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28" name="Oval 527"/>
          <p:cNvSpPr/>
          <p:nvPr/>
        </p:nvSpPr>
        <p:spPr>
          <a:xfrm>
            <a:off x="8829157" y="425831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29" name="Moon 528"/>
          <p:cNvSpPr/>
          <p:nvPr/>
        </p:nvSpPr>
        <p:spPr>
          <a:xfrm>
            <a:off x="8829157" y="425831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33" name="Rectangle 532"/>
          <p:cNvSpPr/>
          <p:nvPr/>
        </p:nvSpPr>
        <p:spPr>
          <a:xfrm>
            <a:off x="0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534" name="Oval 533"/>
          <p:cNvSpPr/>
          <p:nvPr/>
        </p:nvSpPr>
        <p:spPr>
          <a:xfrm>
            <a:off x="68376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35" name="Moon 534"/>
          <p:cNvSpPr/>
          <p:nvPr/>
        </p:nvSpPr>
        <p:spPr>
          <a:xfrm>
            <a:off x="68376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36" name="Rectangle 535"/>
          <p:cNvSpPr/>
          <p:nvPr/>
        </p:nvSpPr>
        <p:spPr>
          <a:xfrm>
            <a:off x="380904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537" name="Oval 536"/>
          <p:cNvSpPr/>
          <p:nvPr/>
        </p:nvSpPr>
        <p:spPr>
          <a:xfrm>
            <a:off x="449280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38" name="Moon 537"/>
          <p:cNvSpPr/>
          <p:nvPr/>
        </p:nvSpPr>
        <p:spPr>
          <a:xfrm>
            <a:off x="449280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39" name="Rectangle 538"/>
          <p:cNvSpPr/>
          <p:nvPr/>
        </p:nvSpPr>
        <p:spPr>
          <a:xfrm>
            <a:off x="761807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540" name="Oval 539"/>
          <p:cNvSpPr/>
          <p:nvPr/>
        </p:nvSpPr>
        <p:spPr>
          <a:xfrm>
            <a:off x="830183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41" name="Moon 540"/>
          <p:cNvSpPr/>
          <p:nvPr/>
        </p:nvSpPr>
        <p:spPr>
          <a:xfrm>
            <a:off x="830183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42" name="Rectangle 541"/>
          <p:cNvSpPr/>
          <p:nvPr/>
        </p:nvSpPr>
        <p:spPr>
          <a:xfrm>
            <a:off x="1142711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543" name="Oval 542"/>
          <p:cNvSpPr/>
          <p:nvPr/>
        </p:nvSpPr>
        <p:spPr>
          <a:xfrm>
            <a:off x="1211087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44" name="Moon 543"/>
          <p:cNvSpPr/>
          <p:nvPr/>
        </p:nvSpPr>
        <p:spPr>
          <a:xfrm>
            <a:off x="1211087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45" name="Rectangle 544"/>
          <p:cNvSpPr/>
          <p:nvPr/>
        </p:nvSpPr>
        <p:spPr>
          <a:xfrm>
            <a:off x="1523614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46" name="Oval 545"/>
          <p:cNvSpPr/>
          <p:nvPr/>
        </p:nvSpPr>
        <p:spPr>
          <a:xfrm>
            <a:off x="1591990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47" name="Moon 546"/>
          <p:cNvSpPr/>
          <p:nvPr/>
        </p:nvSpPr>
        <p:spPr>
          <a:xfrm>
            <a:off x="1591990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48" name="Rectangle 547"/>
          <p:cNvSpPr/>
          <p:nvPr/>
        </p:nvSpPr>
        <p:spPr>
          <a:xfrm>
            <a:off x="1904518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49" name="Oval 548"/>
          <p:cNvSpPr/>
          <p:nvPr/>
        </p:nvSpPr>
        <p:spPr>
          <a:xfrm>
            <a:off x="1972894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50" name="Moon 549"/>
          <p:cNvSpPr/>
          <p:nvPr/>
        </p:nvSpPr>
        <p:spPr>
          <a:xfrm>
            <a:off x="1972894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51" name="Rectangle 550"/>
          <p:cNvSpPr/>
          <p:nvPr/>
        </p:nvSpPr>
        <p:spPr>
          <a:xfrm>
            <a:off x="2285421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52" name="Oval 551"/>
          <p:cNvSpPr/>
          <p:nvPr/>
        </p:nvSpPr>
        <p:spPr>
          <a:xfrm>
            <a:off x="2353797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53" name="Moon 552"/>
          <p:cNvSpPr/>
          <p:nvPr/>
        </p:nvSpPr>
        <p:spPr>
          <a:xfrm>
            <a:off x="2353797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54" name="Rectangle 553"/>
          <p:cNvSpPr/>
          <p:nvPr/>
        </p:nvSpPr>
        <p:spPr>
          <a:xfrm>
            <a:off x="2666325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55" name="Oval 554"/>
          <p:cNvSpPr/>
          <p:nvPr/>
        </p:nvSpPr>
        <p:spPr>
          <a:xfrm>
            <a:off x="2734701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56" name="Moon 555"/>
          <p:cNvSpPr/>
          <p:nvPr/>
        </p:nvSpPr>
        <p:spPr>
          <a:xfrm>
            <a:off x="2734701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57" name="Rectangle 556"/>
          <p:cNvSpPr/>
          <p:nvPr/>
        </p:nvSpPr>
        <p:spPr>
          <a:xfrm>
            <a:off x="3047228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58" name="Oval 557"/>
          <p:cNvSpPr/>
          <p:nvPr/>
        </p:nvSpPr>
        <p:spPr>
          <a:xfrm>
            <a:off x="3115604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59" name="Moon 558"/>
          <p:cNvSpPr/>
          <p:nvPr/>
        </p:nvSpPr>
        <p:spPr>
          <a:xfrm>
            <a:off x="3115604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60" name="Rectangle 559"/>
          <p:cNvSpPr/>
          <p:nvPr/>
        </p:nvSpPr>
        <p:spPr>
          <a:xfrm>
            <a:off x="3428132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61" name="Oval 560"/>
          <p:cNvSpPr/>
          <p:nvPr/>
        </p:nvSpPr>
        <p:spPr>
          <a:xfrm>
            <a:off x="3496508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62" name="Moon 561"/>
          <p:cNvSpPr/>
          <p:nvPr/>
        </p:nvSpPr>
        <p:spPr>
          <a:xfrm>
            <a:off x="3496508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63" name="Rectangle 562"/>
          <p:cNvSpPr/>
          <p:nvPr/>
        </p:nvSpPr>
        <p:spPr>
          <a:xfrm>
            <a:off x="3809035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64" name="Oval 563"/>
          <p:cNvSpPr/>
          <p:nvPr/>
        </p:nvSpPr>
        <p:spPr>
          <a:xfrm>
            <a:off x="3877411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65" name="Moon 564"/>
          <p:cNvSpPr/>
          <p:nvPr/>
        </p:nvSpPr>
        <p:spPr>
          <a:xfrm>
            <a:off x="3877411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66" name="Rectangle 565"/>
          <p:cNvSpPr/>
          <p:nvPr/>
        </p:nvSpPr>
        <p:spPr>
          <a:xfrm>
            <a:off x="4189939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67" name="Oval 566"/>
          <p:cNvSpPr/>
          <p:nvPr/>
        </p:nvSpPr>
        <p:spPr>
          <a:xfrm>
            <a:off x="4258315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68" name="Moon 567"/>
          <p:cNvSpPr/>
          <p:nvPr/>
        </p:nvSpPr>
        <p:spPr>
          <a:xfrm>
            <a:off x="4258315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69" name="Rectangle 568"/>
          <p:cNvSpPr/>
          <p:nvPr/>
        </p:nvSpPr>
        <p:spPr>
          <a:xfrm>
            <a:off x="4570842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0" name="Oval 569"/>
          <p:cNvSpPr/>
          <p:nvPr/>
        </p:nvSpPr>
        <p:spPr>
          <a:xfrm>
            <a:off x="4639218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1" name="Moon 570"/>
          <p:cNvSpPr/>
          <p:nvPr/>
        </p:nvSpPr>
        <p:spPr>
          <a:xfrm>
            <a:off x="4639218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2" name="Rectangle 571"/>
          <p:cNvSpPr/>
          <p:nvPr/>
        </p:nvSpPr>
        <p:spPr>
          <a:xfrm>
            <a:off x="4951746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573" name="Oval 572"/>
          <p:cNvSpPr/>
          <p:nvPr/>
        </p:nvSpPr>
        <p:spPr>
          <a:xfrm>
            <a:off x="5020122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4" name="Moon 573"/>
          <p:cNvSpPr/>
          <p:nvPr/>
        </p:nvSpPr>
        <p:spPr>
          <a:xfrm>
            <a:off x="5020122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5" name="Rectangle 574"/>
          <p:cNvSpPr/>
          <p:nvPr/>
        </p:nvSpPr>
        <p:spPr>
          <a:xfrm>
            <a:off x="5332649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576" name="Oval 575"/>
          <p:cNvSpPr/>
          <p:nvPr/>
        </p:nvSpPr>
        <p:spPr>
          <a:xfrm>
            <a:off x="5401025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7" name="Moon 576"/>
          <p:cNvSpPr/>
          <p:nvPr/>
        </p:nvSpPr>
        <p:spPr>
          <a:xfrm>
            <a:off x="5401025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8" name="Rectangle 577"/>
          <p:cNvSpPr/>
          <p:nvPr/>
        </p:nvSpPr>
        <p:spPr>
          <a:xfrm>
            <a:off x="5713553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9" name="Oval 578"/>
          <p:cNvSpPr/>
          <p:nvPr/>
        </p:nvSpPr>
        <p:spPr>
          <a:xfrm>
            <a:off x="5781929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80" name="Moon 579"/>
          <p:cNvSpPr/>
          <p:nvPr/>
        </p:nvSpPr>
        <p:spPr>
          <a:xfrm>
            <a:off x="5781929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81" name="Rectangle 580"/>
          <p:cNvSpPr/>
          <p:nvPr/>
        </p:nvSpPr>
        <p:spPr>
          <a:xfrm>
            <a:off x="6094456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82" name="Oval 581"/>
          <p:cNvSpPr/>
          <p:nvPr/>
        </p:nvSpPr>
        <p:spPr>
          <a:xfrm>
            <a:off x="6162832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83" name="Moon 582"/>
          <p:cNvSpPr/>
          <p:nvPr/>
        </p:nvSpPr>
        <p:spPr>
          <a:xfrm>
            <a:off x="6162832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84" name="Rectangle 583"/>
          <p:cNvSpPr/>
          <p:nvPr/>
        </p:nvSpPr>
        <p:spPr>
          <a:xfrm>
            <a:off x="6475360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85" name="Oval 584"/>
          <p:cNvSpPr/>
          <p:nvPr/>
        </p:nvSpPr>
        <p:spPr>
          <a:xfrm>
            <a:off x="6543736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86" name="Moon 585"/>
          <p:cNvSpPr/>
          <p:nvPr/>
        </p:nvSpPr>
        <p:spPr>
          <a:xfrm>
            <a:off x="6543736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87" name="Rectangle 586"/>
          <p:cNvSpPr/>
          <p:nvPr/>
        </p:nvSpPr>
        <p:spPr>
          <a:xfrm>
            <a:off x="6856263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88" name="Oval 587"/>
          <p:cNvSpPr/>
          <p:nvPr/>
        </p:nvSpPr>
        <p:spPr>
          <a:xfrm>
            <a:off x="6924639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89" name="Moon 588"/>
          <p:cNvSpPr/>
          <p:nvPr/>
        </p:nvSpPr>
        <p:spPr>
          <a:xfrm>
            <a:off x="6924639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0" name="Rectangle 589"/>
          <p:cNvSpPr/>
          <p:nvPr/>
        </p:nvSpPr>
        <p:spPr>
          <a:xfrm>
            <a:off x="7237167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1" name="Oval 590"/>
          <p:cNvSpPr/>
          <p:nvPr/>
        </p:nvSpPr>
        <p:spPr>
          <a:xfrm>
            <a:off x="7305543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2" name="Moon 591"/>
          <p:cNvSpPr/>
          <p:nvPr/>
        </p:nvSpPr>
        <p:spPr>
          <a:xfrm>
            <a:off x="7305543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3" name="Rectangle 592"/>
          <p:cNvSpPr/>
          <p:nvPr/>
        </p:nvSpPr>
        <p:spPr>
          <a:xfrm>
            <a:off x="7618070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4" name="Oval 593"/>
          <p:cNvSpPr/>
          <p:nvPr/>
        </p:nvSpPr>
        <p:spPr>
          <a:xfrm>
            <a:off x="7686446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5" name="Moon 594"/>
          <p:cNvSpPr/>
          <p:nvPr/>
        </p:nvSpPr>
        <p:spPr>
          <a:xfrm>
            <a:off x="7686446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6" name="Rectangle 595"/>
          <p:cNvSpPr/>
          <p:nvPr/>
        </p:nvSpPr>
        <p:spPr>
          <a:xfrm>
            <a:off x="7998974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7" name="Oval 596"/>
          <p:cNvSpPr/>
          <p:nvPr/>
        </p:nvSpPr>
        <p:spPr>
          <a:xfrm>
            <a:off x="8067350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8" name="Moon 597"/>
          <p:cNvSpPr/>
          <p:nvPr/>
        </p:nvSpPr>
        <p:spPr>
          <a:xfrm>
            <a:off x="8067350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99" name="Rectangle 598"/>
          <p:cNvSpPr/>
          <p:nvPr/>
        </p:nvSpPr>
        <p:spPr>
          <a:xfrm>
            <a:off x="8379877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600" name="Oval 599"/>
          <p:cNvSpPr/>
          <p:nvPr/>
        </p:nvSpPr>
        <p:spPr>
          <a:xfrm>
            <a:off x="8448253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01" name="Moon 600"/>
          <p:cNvSpPr/>
          <p:nvPr/>
        </p:nvSpPr>
        <p:spPr>
          <a:xfrm>
            <a:off x="8448253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02" name="Rectangle 601"/>
          <p:cNvSpPr/>
          <p:nvPr/>
        </p:nvSpPr>
        <p:spPr>
          <a:xfrm>
            <a:off x="8760781" y="380864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03" name="Oval 602"/>
          <p:cNvSpPr/>
          <p:nvPr/>
        </p:nvSpPr>
        <p:spPr>
          <a:xfrm>
            <a:off x="8829157" y="387744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04" name="Moon 603"/>
          <p:cNvSpPr/>
          <p:nvPr/>
        </p:nvSpPr>
        <p:spPr>
          <a:xfrm>
            <a:off x="8829157" y="387744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08" name="Rectangle 607"/>
          <p:cNvSpPr/>
          <p:nvPr/>
        </p:nvSpPr>
        <p:spPr>
          <a:xfrm>
            <a:off x="0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09" name="Oval 608"/>
          <p:cNvSpPr/>
          <p:nvPr/>
        </p:nvSpPr>
        <p:spPr>
          <a:xfrm>
            <a:off x="68376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0" name="Moon 609"/>
          <p:cNvSpPr/>
          <p:nvPr/>
        </p:nvSpPr>
        <p:spPr>
          <a:xfrm>
            <a:off x="68376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1" name="Rectangle 610"/>
          <p:cNvSpPr/>
          <p:nvPr/>
        </p:nvSpPr>
        <p:spPr>
          <a:xfrm>
            <a:off x="380904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2" name="Oval 611"/>
          <p:cNvSpPr/>
          <p:nvPr/>
        </p:nvSpPr>
        <p:spPr>
          <a:xfrm>
            <a:off x="449280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3" name="Moon 612"/>
          <p:cNvSpPr/>
          <p:nvPr/>
        </p:nvSpPr>
        <p:spPr>
          <a:xfrm>
            <a:off x="449280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4" name="Rectangle 613"/>
          <p:cNvSpPr/>
          <p:nvPr/>
        </p:nvSpPr>
        <p:spPr>
          <a:xfrm>
            <a:off x="761807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5" name="Oval 614"/>
          <p:cNvSpPr/>
          <p:nvPr/>
        </p:nvSpPr>
        <p:spPr>
          <a:xfrm>
            <a:off x="830183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6" name="Moon 615"/>
          <p:cNvSpPr/>
          <p:nvPr/>
        </p:nvSpPr>
        <p:spPr>
          <a:xfrm>
            <a:off x="830183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7" name="Rectangle 616"/>
          <p:cNvSpPr/>
          <p:nvPr/>
        </p:nvSpPr>
        <p:spPr>
          <a:xfrm>
            <a:off x="1142711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8" name="Oval 617"/>
          <p:cNvSpPr/>
          <p:nvPr/>
        </p:nvSpPr>
        <p:spPr>
          <a:xfrm>
            <a:off x="1211087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9" name="Moon 618"/>
          <p:cNvSpPr/>
          <p:nvPr/>
        </p:nvSpPr>
        <p:spPr>
          <a:xfrm>
            <a:off x="1211087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20" name="Rectangle 619"/>
          <p:cNvSpPr/>
          <p:nvPr/>
        </p:nvSpPr>
        <p:spPr>
          <a:xfrm>
            <a:off x="1523614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21" name="Oval 620"/>
          <p:cNvSpPr/>
          <p:nvPr/>
        </p:nvSpPr>
        <p:spPr>
          <a:xfrm>
            <a:off x="1591990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22" name="Moon 621"/>
          <p:cNvSpPr/>
          <p:nvPr/>
        </p:nvSpPr>
        <p:spPr>
          <a:xfrm>
            <a:off x="1591990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23" name="Rectangle 622"/>
          <p:cNvSpPr/>
          <p:nvPr/>
        </p:nvSpPr>
        <p:spPr>
          <a:xfrm>
            <a:off x="1904518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24" name="Oval 623"/>
          <p:cNvSpPr/>
          <p:nvPr/>
        </p:nvSpPr>
        <p:spPr>
          <a:xfrm>
            <a:off x="1972894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25" name="Moon 624"/>
          <p:cNvSpPr/>
          <p:nvPr/>
        </p:nvSpPr>
        <p:spPr>
          <a:xfrm>
            <a:off x="1972894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26" name="Rectangle 625"/>
          <p:cNvSpPr/>
          <p:nvPr/>
        </p:nvSpPr>
        <p:spPr>
          <a:xfrm>
            <a:off x="2285421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27" name="Oval 626"/>
          <p:cNvSpPr/>
          <p:nvPr/>
        </p:nvSpPr>
        <p:spPr>
          <a:xfrm>
            <a:off x="2353797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28" name="Moon 627"/>
          <p:cNvSpPr/>
          <p:nvPr/>
        </p:nvSpPr>
        <p:spPr>
          <a:xfrm>
            <a:off x="2353797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29" name="Rectangle 628"/>
          <p:cNvSpPr/>
          <p:nvPr/>
        </p:nvSpPr>
        <p:spPr>
          <a:xfrm>
            <a:off x="2666325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30" name="Oval 629"/>
          <p:cNvSpPr/>
          <p:nvPr/>
        </p:nvSpPr>
        <p:spPr>
          <a:xfrm>
            <a:off x="2734701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31" name="Moon 630"/>
          <p:cNvSpPr/>
          <p:nvPr/>
        </p:nvSpPr>
        <p:spPr>
          <a:xfrm>
            <a:off x="2734701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32" name="Rectangle 631"/>
          <p:cNvSpPr/>
          <p:nvPr/>
        </p:nvSpPr>
        <p:spPr>
          <a:xfrm>
            <a:off x="3047228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33" name="Oval 632"/>
          <p:cNvSpPr/>
          <p:nvPr/>
        </p:nvSpPr>
        <p:spPr>
          <a:xfrm>
            <a:off x="3115604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34" name="Moon 633"/>
          <p:cNvSpPr/>
          <p:nvPr/>
        </p:nvSpPr>
        <p:spPr>
          <a:xfrm>
            <a:off x="3115604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35" name="Rectangle 634"/>
          <p:cNvSpPr/>
          <p:nvPr/>
        </p:nvSpPr>
        <p:spPr>
          <a:xfrm>
            <a:off x="3428132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36" name="Oval 635"/>
          <p:cNvSpPr/>
          <p:nvPr/>
        </p:nvSpPr>
        <p:spPr>
          <a:xfrm>
            <a:off x="3496508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37" name="Moon 636"/>
          <p:cNvSpPr/>
          <p:nvPr/>
        </p:nvSpPr>
        <p:spPr>
          <a:xfrm>
            <a:off x="3496508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38" name="Rectangle 637"/>
          <p:cNvSpPr/>
          <p:nvPr/>
        </p:nvSpPr>
        <p:spPr>
          <a:xfrm>
            <a:off x="3809035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39" name="Oval 638"/>
          <p:cNvSpPr/>
          <p:nvPr/>
        </p:nvSpPr>
        <p:spPr>
          <a:xfrm>
            <a:off x="3877411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40" name="Moon 639"/>
          <p:cNvSpPr/>
          <p:nvPr/>
        </p:nvSpPr>
        <p:spPr>
          <a:xfrm>
            <a:off x="3877411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41" name="Rectangle 640"/>
          <p:cNvSpPr/>
          <p:nvPr/>
        </p:nvSpPr>
        <p:spPr>
          <a:xfrm>
            <a:off x="4189939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42" name="Oval 641"/>
          <p:cNvSpPr/>
          <p:nvPr/>
        </p:nvSpPr>
        <p:spPr>
          <a:xfrm>
            <a:off x="4258315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43" name="Moon 642"/>
          <p:cNvSpPr/>
          <p:nvPr/>
        </p:nvSpPr>
        <p:spPr>
          <a:xfrm>
            <a:off x="4258315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44" name="Rectangle 643"/>
          <p:cNvSpPr/>
          <p:nvPr/>
        </p:nvSpPr>
        <p:spPr>
          <a:xfrm>
            <a:off x="4570842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45" name="Oval 644"/>
          <p:cNvSpPr/>
          <p:nvPr/>
        </p:nvSpPr>
        <p:spPr>
          <a:xfrm>
            <a:off x="4639218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46" name="Moon 645"/>
          <p:cNvSpPr/>
          <p:nvPr/>
        </p:nvSpPr>
        <p:spPr>
          <a:xfrm>
            <a:off x="4639218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47" name="Rectangle 646"/>
          <p:cNvSpPr/>
          <p:nvPr/>
        </p:nvSpPr>
        <p:spPr>
          <a:xfrm>
            <a:off x="4951746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648" name="Oval 647"/>
          <p:cNvSpPr/>
          <p:nvPr/>
        </p:nvSpPr>
        <p:spPr>
          <a:xfrm>
            <a:off x="5020122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49" name="Moon 648"/>
          <p:cNvSpPr/>
          <p:nvPr/>
        </p:nvSpPr>
        <p:spPr>
          <a:xfrm>
            <a:off x="5020122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50" name="Rectangle 649"/>
          <p:cNvSpPr/>
          <p:nvPr/>
        </p:nvSpPr>
        <p:spPr>
          <a:xfrm>
            <a:off x="5332649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651" name="Oval 650"/>
          <p:cNvSpPr/>
          <p:nvPr/>
        </p:nvSpPr>
        <p:spPr>
          <a:xfrm>
            <a:off x="5401025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52" name="Moon 651"/>
          <p:cNvSpPr/>
          <p:nvPr/>
        </p:nvSpPr>
        <p:spPr>
          <a:xfrm>
            <a:off x="5401025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53" name="Rectangle 652"/>
          <p:cNvSpPr/>
          <p:nvPr/>
        </p:nvSpPr>
        <p:spPr>
          <a:xfrm>
            <a:off x="5713553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54" name="Oval 653"/>
          <p:cNvSpPr/>
          <p:nvPr/>
        </p:nvSpPr>
        <p:spPr>
          <a:xfrm>
            <a:off x="5781929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55" name="Moon 654"/>
          <p:cNvSpPr/>
          <p:nvPr/>
        </p:nvSpPr>
        <p:spPr>
          <a:xfrm>
            <a:off x="5781929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56" name="Rectangle 655"/>
          <p:cNvSpPr/>
          <p:nvPr/>
        </p:nvSpPr>
        <p:spPr>
          <a:xfrm>
            <a:off x="6094456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57" name="Oval 656"/>
          <p:cNvSpPr/>
          <p:nvPr/>
        </p:nvSpPr>
        <p:spPr>
          <a:xfrm>
            <a:off x="6162832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58" name="Moon 657"/>
          <p:cNvSpPr/>
          <p:nvPr/>
        </p:nvSpPr>
        <p:spPr>
          <a:xfrm>
            <a:off x="6162832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59" name="Rectangle 658"/>
          <p:cNvSpPr/>
          <p:nvPr/>
        </p:nvSpPr>
        <p:spPr>
          <a:xfrm>
            <a:off x="6475360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60" name="Oval 659"/>
          <p:cNvSpPr/>
          <p:nvPr/>
        </p:nvSpPr>
        <p:spPr>
          <a:xfrm>
            <a:off x="6543736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61" name="Moon 660"/>
          <p:cNvSpPr/>
          <p:nvPr/>
        </p:nvSpPr>
        <p:spPr>
          <a:xfrm>
            <a:off x="6543736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62" name="Rectangle 661"/>
          <p:cNvSpPr/>
          <p:nvPr/>
        </p:nvSpPr>
        <p:spPr>
          <a:xfrm>
            <a:off x="6856263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63" name="Oval 662"/>
          <p:cNvSpPr/>
          <p:nvPr/>
        </p:nvSpPr>
        <p:spPr>
          <a:xfrm>
            <a:off x="6924639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64" name="Moon 663"/>
          <p:cNvSpPr/>
          <p:nvPr/>
        </p:nvSpPr>
        <p:spPr>
          <a:xfrm>
            <a:off x="6924639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65" name="Rectangle 664"/>
          <p:cNvSpPr/>
          <p:nvPr/>
        </p:nvSpPr>
        <p:spPr>
          <a:xfrm>
            <a:off x="7237167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66" name="Oval 665"/>
          <p:cNvSpPr/>
          <p:nvPr/>
        </p:nvSpPr>
        <p:spPr>
          <a:xfrm>
            <a:off x="7305543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67" name="Moon 666"/>
          <p:cNvSpPr/>
          <p:nvPr/>
        </p:nvSpPr>
        <p:spPr>
          <a:xfrm>
            <a:off x="7305543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68" name="Rectangle 667"/>
          <p:cNvSpPr/>
          <p:nvPr/>
        </p:nvSpPr>
        <p:spPr>
          <a:xfrm>
            <a:off x="7618070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69" name="Oval 668"/>
          <p:cNvSpPr/>
          <p:nvPr/>
        </p:nvSpPr>
        <p:spPr>
          <a:xfrm>
            <a:off x="7686446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70" name="Moon 669"/>
          <p:cNvSpPr/>
          <p:nvPr/>
        </p:nvSpPr>
        <p:spPr>
          <a:xfrm>
            <a:off x="7686446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71" name="Rectangle 670"/>
          <p:cNvSpPr/>
          <p:nvPr/>
        </p:nvSpPr>
        <p:spPr>
          <a:xfrm>
            <a:off x="7998974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72" name="Oval 671"/>
          <p:cNvSpPr/>
          <p:nvPr/>
        </p:nvSpPr>
        <p:spPr>
          <a:xfrm>
            <a:off x="8067350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73" name="Moon 672"/>
          <p:cNvSpPr/>
          <p:nvPr/>
        </p:nvSpPr>
        <p:spPr>
          <a:xfrm>
            <a:off x="8067350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74" name="Rectangle 673"/>
          <p:cNvSpPr/>
          <p:nvPr/>
        </p:nvSpPr>
        <p:spPr>
          <a:xfrm>
            <a:off x="8379877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75" name="Oval 674"/>
          <p:cNvSpPr/>
          <p:nvPr/>
        </p:nvSpPr>
        <p:spPr>
          <a:xfrm>
            <a:off x="8448253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76" name="Moon 675"/>
          <p:cNvSpPr/>
          <p:nvPr/>
        </p:nvSpPr>
        <p:spPr>
          <a:xfrm>
            <a:off x="8448253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77" name="Rectangle 676"/>
          <p:cNvSpPr/>
          <p:nvPr/>
        </p:nvSpPr>
        <p:spPr>
          <a:xfrm>
            <a:off x="8760781" y="342778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78" name="Oval 677"/>
          <p:cNvSpPr/>
          <p:nvPr/>
        </p:nvSpPr>
        <p:spPr>
          <a:xfrm>
            <a:off x="8829157" y="349658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79" name="Moon 678"/>
          <p:cNvSpPr/>
          <p:nvPr/>
        </p:nvSpPr>
        <p:spPr>
          <a:xfrm>
            <a:off x="8829157" y="349658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83" name="Rectangle 682"/>
          <p:cNvSpPr/>
          <p:nvPr/>
        </p:nvSpPr>
        <p:spPr>
          <a:xfrm>
            <a:off x="0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84" name="Oval 683"/>
          <p:cNvSpPr/>
          <p:nvPr/>
        </p:nvSpPr>
        <p:spPr>
          <a:xfrm>
            <a:off x="68376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85" name="Moon 684"/>
          <p:cNvSpPr/>
          <p:nvPr/>
        </p:nvSpPr>
        <p:spPr>
          <a:xfrm>
            <a:off x="68376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86" name="Rectangle 685"/>
          <p:cNvSpPr/>
          <p:nvPr/>
        </p:nvSpPr>
        <p:spPr>
          <a:xfrm>
            <a:off x="380904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87" name="Oval 686"/>
          <p:cNvSpPr/>
          <p:nvPr/>
        </p:nvSpPr>
        <p:spPr>
          <a:xfrm>
            <a:off x="449280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88" name="Moon 687"/>
          <p:cNvSpPr/>
          <p:nvPr/>
        </p:nvSpPr>
        <p:spPr>
          <a:xfrm>
            <a:off x="449280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89" name="Rectangle 688"/>
          <p:cNvSpPr/>
          <p:nvPr/>
        </p:nvSpPr>
        <p:spPr>
          <a:xfrm>
            <a:off x="761807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90" name="Oval 689"/>
          <p:cNvSpPr/>
          <p:nvPr/>
        </p:nvSpPr>
        <p:spPr>
          <a:xfrm>
            <a:off x="830183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91" name="Moon 690"/>
          <p:cNvSpPr/>
          <p:nvPr/>
        </p:nvSpPr>
        <p:spPr>
          <a:xfrm>
            <a:off x="830183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92" name="Rectangle 691"/>
          <p:cNvSpPr/>
          <p:nvPr/>
        </p:nvSpPr>
        <p:spPr>
          <a:xfrm>
            <a:off x="1142711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93" name="Oval 692"/>
          <p:cNvSpPr/>
          <p:nvPr/>
        </p:nvSpPr>
        <p:spPr>
          <a:xfrm>
            <a:off x="1211087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94" name="Moon 693"/>
          <p:cNvSpPr/>
          <p:nvPr/>
        </p:nvSpPr>
        <p:spPr>
          <a:xfrm>
            <a:off x="1211087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95" name="Rectangle 694"/>
          <p:cNvSpPr/>
          <p:nvPr/>
        </p:nvSpPr>
        <p:spPr>
          <a:xfrm>
            <a:off x="1523614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96" name="Oval 695"/>
          <p:cNvSpPr/>
          <p:nvPr/>
        </p:nvSpPr>
        <p:spPr>
          <a:xfrm>
            <a:off x="1591990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97" name="Moon 696"/>
          <p:cNvSpPr/>
          <p:nvPr/>
        </p:nvSpPr>
        <p:spPr>
          <a:xfrm>
            <a:off x="1591990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98" name="Rectangle 697"/>
          <p:cNvSpPr/>
          <p:nvPr/>
        </p:nvSpPr>
        <p:spPr>
          <a:xfrm>
            <a:off x="1904518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99" name="Oval 698"/>
          <p:cNvSpPr/>
          <p:nvPr/>
        </p:nvSpPr>
        <p:spPr>
          <a:xfrm>
            <a:off x="1972894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0" name="Moon 699"/>
          <p:cNvSpPr/>
          <p:nvPr/>
        </p:nvSpPr>
        <p:spPr>
          <a:xfrm>
            <a:off x="1972894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1" name="Rectangle 700"/>
          <p:cNvSpPr/>
          <p:nvPr/>
        </p:nvSpPr>
        <p:spPr>
          <a:xfrm>
            <a:off x="2285421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2" name="Oval 701"/>
          <p:cNvSpPr/>
          <p:nvPr/>
        </p:nvSpPr>
        <p:spPr>
          <a:xfrm>
            <a:off x="2353797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3" name="Moon 702"/>
          <p:cNvSpPr/>
          <p:nvPr/>
        </p:nvSpPr>
        <p:spPr>
          <a:xfrm>
            <a:off x="2353797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4" name="Rectangle 703"/>
          <p:cNvSpPr/>
          <p:nvPr/>
        </p:nvSpPr>
        <p:spPr>
          <a:xfrm>
            <a:off x="2666325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5" name="Oval 704"/>
          <p:cNvSpPr/>
          <p:nvPr/>
        </p:nvSpPr>
        <p:spPr>
          <a:xfrm>
            <a:off x="2734701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6" name="Moon 705"/>
          <p:cNvSpPr/>
          <p:nvPr/>
        </p:nvSpPr>
        <p:spPr>
          <a:xfrm>
            <a:off x="2734701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7" name="Rectangle 706"/>
          <p:cNvSpPr/>
          <p:nvPr/>
        </p:nvSpPr>
        <p:spPr>
          <a:xfrm>
            <a:off x="3047228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8" name="Oval 707"/>
          <p:cNvSpPr/>
          <p:nvPr/>
        </p:nvSpPr>
        <p:spPr>
          <a:xfrm>
            <a:off x="3115604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9" name="Moon 708"/>
          <p:cNvSpPr/>
          <p:nvPr/>
        </p:nvSpPr>
        <p:spPr>
          <a:xfrm>
            <a:off x="3115604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0" name="Rectangle 709"/>
          <p:cNvSpPr/>
          <p:nvPr/>
        </p:nvSpPr>
        <p:spPr>
          <a:xfrm>
            <a:off x="3428132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1" name="Oval 710"/>
          <p:cNvSpPr/>
          <p:nvPr/>
        </p:nvSpPr>
        <p:spPr>
          <a:xfrm>
            <a:off x="3496508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2" name="Moon 711"/>
          <p:cNvSpPr/>
          <p:nvPr/>
        </p:nvSpPr>
        <p:spPr>
          <a:xfrm>
            <a:off x="3496508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3" name="Rectangle 712"/>
          <p:cNvSpPr/>
          <p:nvPr/>
        </p:nvSpPr>
        <p:spPr>
          <a:xfrm>
            <a:off x="3809035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4" name="Oval 713"/>
          <p:cNvSpPr/>
          <p:nvPr/>
        </p:nvSpPr>
        <p:spPr>
          <a:xfrm>
            <a:off x="3877411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5" name="Moon 714"/>
          <p:cNvSpPr/>
          <p:nvPr/>
        </p:nvSpPr>
        <p:spPr>
          <a:xfrm>
            <a:off x="3877411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6" name="Rectangle 715"/>
          <p:cNvSpPr/>
          <p:nvPr/>
        </p:nvSpPr>
        <p:spPr>
          <a:xfrm>
            <a:off x="4189939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7" name="Oval 716"/>
          <p:cNvSpPr/>
          <p:nvPr/>
        </p:nvSpPr>
        <p:spPr>
          <a:xfrm>
            <a:off x="4258315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8" name="Moon 717"/>
          <p:cNvSpPr/>
          <p:nvPr/>
        </p:nvSpPr>
        <p:spPr>
          <a:xfrm>
            <a:off x="4258315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9" name="Rectangle 718"/>
          <p:cNvSpPr/>
          <p:nvPr/>
        </p:nvSpPr>
        <p:spPr>
          <a:xfrm>
            <a:off x="4570842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20" name="Oval 719"/>
          <p:cNvSpPr/>
          <p:nvPr/>
        </p:nvSpPr>
        <p:spPr>
          <a:xfrm>
            <a:off x="4639218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21" name="Moon 720"/>
          <p:cNvSpPr/>
          <p:nvPr/>
        </p:nvSpPr>
        <p:spPr>
          <a:xfrm>
            <a:off x="4639218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22" name="Rectangle 721"/>
          <p:cNvSpPr/>
          <p:nvPr/>
        </p:nvSpPr>
        <p:spPr>
          <a:xfrm>
            <a:off x="4951746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23" name="Oval 722"/>
          <p:cNvSpPr/>
          <p:nvPr/>
        </p:nvSpPr>
        <p:spPr>
          <a:xfrm>
            <a:off x="5020122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24" name="Moon 723"/>
          <p:cNvSpPr/>
          <p:nvPr/>
        </p:nvSpPr>
        <p:spPr>
          <a:xfrm>
            <a:off x="5020122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25" name="Rectangle 724"/>
          <p:cNvSpPr/>
          <p:nvPr/>
        </p:nvSpPr>
        <p:spPr>
          <a:xfrm>
            <a:off x="5332649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26" name="Oval 725"/>
          <p:cNvSpPr/>
          <p:nvPr/>
        </p:nvSpPr>
        <p:spPr>
          <a:xfrm>
            <a:off x="5401025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27" name="Moon 726"/>
          <p:cNvSpPr/>
          <p:nvPr/>
        </p:nvSpPr>
        <p:spPr>
          <a:xfrm>
            <a:off x="5401025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28" name="Rectangle 727"/>
          <p:cNvSpPr/>
          <p:nvPr/>
        </p:nvSpPr>
        <p:spPr>
          <a:xfrm>
            <a:off x="5713553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29" name="Oval 728"/>
          <p:cNvSpPr/>
          <p:nvPr/>
        </p:nvSpPr>
        <p:spPr>
          <a:xfrm>
            <a:off x="5781929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30" name="Moon 729"/>
          <p:cNvSpPr/>
          <p:nvPr/>
        </p:nvSpPr>
        <p:spPr>
          <a:xfrm>
            <a:off x="5781929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31" name="Rectangle 730"/>
          <p:cNvSpPr/>
          <p:nvPr/>
        </p:nvSpPr>
        <p:spPr>
          <a:xfrm>
            <a:off x="6094456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32" name="Oval 731"/>
          <p:cNvSpPr/>
          <p:nvPr/>
        </p:nvSpPr>
        <p:spPr>
          <a:xfrm>
            <a:off x="6162832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33" name="Moon 732"/>
          <p:cNvSpPr/>
          <p:nvPr/>
        </p:nvSpPr>
        <p:spPr>
          <a:xfrm>
            <a:off x="6162832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34" name="Rectangle 733"/>
          <p:cNvSpPr/>
          <p:nvPr/>
        </p:nvSpPr>
        <p:spPr>
          <a:xfrm>
            <a:off x="6475360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35" name="Oval 734"/>
          <p:cNvSpPr/>
          <p:nvPr/>
        </p:nvSpPr>
        <p:spPr>
          <a:xfrm>
            <a:off x="6543736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36" name="Moon 735"/>
          <p:cNvSpPr/>
          <p:nvPr/>
        </p:nvSpPr>
        <p:spPr>
          <a:xfrm>
            <a:off x="6543736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37" name="Rectangle 736"/>
          <p:cNvSpPr/>
          <p:nvPr/>
        </p:nvSpPr>
        <p:spPr>
          <a:xfrm>
            <a:off x="6856263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38" name="Oval 737"/>
          <p:cNvSpPr/>
          <p:nvPr/>
        </p:nvSpPr>
        <p:spPr>
          <a:xfrm>
            <a:off x="6924639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39" name="Moon 738"/>
          <p:cNvSpPr/>
          <p:nvPr/>
        </p:nvSpPr>
        <p:spPr>
          <a:xfrm>
            <a:off x="6924639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40" name="Rectangle 739"/>
          <p:cNvSpPr/>
          <p:nvPr/>
        </p:nvSpPr>
        <p:spPr>
          <a:xfrm>
            <a:off x="7237167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41" name="Oval 740"/>
          <p:cNvSpPr/>
          <p:nvPr/>
        </p:nvSpPr>
        <p:spPr>
          <a:xfrm>
            <a:off x="7305543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42" name="Moon 741"/>
          <p:cNvSpPr/>
          <p:nvPr/>
        </p:nvSpPr>
        <p:spPr>
          <a:xfrm>
            <a:off x="7305543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43" name="Rectangle 742"/>
          <p:cNvSpPr/>
          <p:nvPr/>
        </p:nvSpPr>
        <p:spPr>
          <a:xfrm>
            <a:off x="7618070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44" name="Oval 743"/>
          <p:cNvSpPr/>
          <p:nvPr/>
        </p:nvSpPr>
        <p:spPr>
          <a:xfrm>
            <a:off x="7686446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45" name="Moon 744"/>
          <p:cNvSpPr/>
          <p:nvPr/>
        </p:nvSpPr>
        <p:spPr>
          <a:xfrm>
            <a:off x="7686446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46" name="Rectangle 745"/>
          <p:cNvSpPr/>
          <p:nvPr/>
        </p:nvSpPr>
        <p:spPr>
          <a:xfrm>
            <a:off x="7998974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47" name="Oval 746"/>
          <p:cNvSpPr/>
          <p:nvPr/>
        </p:nvSpPr>
        <p:spPr>
          <a:xfrm>
            <a:off x="8067350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48" name="Moon 747"/>
          <p:cNvSpPr/>
          <p:nvPr/>
        </p:nvSpPr>
        <p:spPr>
          <a:xfrm>
            <a:off x="8067350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49" name="Rectangle 748"/>
          <p:cNvSpPr/>
          <p:nvPr/>
        </p:nvSpPr>
        <p:spPr>
          <a:xfrm>
            <a:off x="8379877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750" name="Oval 749"/>
          <p:cNvSpPr/>
          <p:nvPr/>
        </p:nvSpPr>
        <p:spPr>
          <a:xfrm>
            <a:off x="8448253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51" name="Moon 750"/>
          <p:cNvSpPr/>
          <p:nvPr/>
        </p:nvSpPr>
        <p:spPr>
          <a:xfrm>
            <a:off x="8448253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52" name="Rectangle 751"/>
          <p:cNvSpPr/>
          <p:nvPr/>
        </p:nvSpPr>
        <p:spPr>
          <a:xfrm>
            <a:off x="8760781" y="3046918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753" name="Oval 752"/>
          <p:cNvSpPr/>
          <p:nvPr/>
        </p:nvSpPr>
        <p:spPr>
          <a:xfrm>
            <a:off x="8829157" y="3115715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54" name="Moon 753"/>
          <p:cNvSpPr/>
          <p:nvPr/>
        </p:nvSpPr>
        <p:spPr>
          <a:xfrm>
            <a:off x="8829157" y="3115715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58" name="Rectangle 757"/>
          <p:cNvSpPr/>
          <p:nvPr/>
        </p:nvSpPr>
        <p:spPr>
          <a:xfrm>
            <a:off x="0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59" name="Oval 758"/>
          <p:cNvSpPr/>
          <p:nvPr/>
        </p:nvSpPr>
        <p:spPr>
          <a:xfrm>
            <a:off x="68376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60" name="Moon 759"/>
          <p:cNvSpPr/>
          <p:nvPr/>
        </p:nvSpPr>
        <p:spPr>
          <a:xfrm>
            <a:off x="68376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61" name="Rectangle 760"/>
          <p:cNvSpPr/>
          <p:nvPr/>
        </p:nvSpPr>
        <p:spPr>
          <a:xfrm>
            <a:off x="380904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762" name="Oval 761"/>
          <p:cNvSpPr/>
          <p:nvPr/>
        </p:nvSpPr>
        <p:spPr>
          <a:xfrm>
            <a:off x="449280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63" name="Moon 762"/>
          <p:cNvSpPr/>
          <p:nvPr/>
        </p:nvSpPr>
        <p:spPr>
          <a:xfrm>
            <a:off x="449280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64" name="Rectangle 763"/>
          <p:cNvSpPr/>
          <p:nvPr/>
        </p:nvSpPr>
        <p:spPr>
          <a:xfrm>
            <a:off x="761807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65" name="Oval 764"/>
          <p:cNvSpPr/>
          <p:nvPr/>
        </p:nvSpPr>
        <p:spPr>
          <a:xfrm>
            <a:off x="830183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66" name="Moon 765"/>
          <p:cNvSpPr/>
          <p:nvPr/>
        </p:nvSpPr>
        <p:spPr>
          <a:xfrm>
            <a:off x="830183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67" name="Rectangle 766"/>
          <p:cNvSpPr/>
          <p:nvPr/>
        </p:nvSpPr>
        <p:spPr>
          <a:xfrm>
            <a:off x="1142711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68" name="Oval 767"/>
          <p:cNvSpPr/>
          <p:nvPr/>
        </p:nvSpPr>
        <p:spPr>
          <a:xfrm>
            <a:off x="1211087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69" name="Moon 768"/>
          <p:cNvSpPr/>
          <p:nvPr/>
        </p:nvSpPr>
        <p:spPr>
          <a:xfrm>
            <a:off x="1211087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70" name="Rectangle 769"/>
          <p:cNvSpPr/>
          <p:nvPr/>
        </p:nvSpPr>
        <p:spPr>
          <a:xfrm>
            <a:off x="1523614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71" name="Oval 770"/>
          <p:cNvSpPr/>
          <p:nvPr/>
        </p:nvSpPr>
        <p:spPr>
          <a:xfrm>
            <a:off x="1591990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72" name="Moon 771"/>
          <p:cNvSpPr/>
          <p:nvPr/>
        </p:nvSpPr>
        <p:spPr>
          <a:xfrm>
            <a:off x="1591990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73" name="Rectangle 772"/>
          <p:cNvSpPr/>
          <p:nvPr/>
        </p:nvSpPr>
        <p:spPr>
          <a:xfrm>
            <a:off x="1904518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74" name="Oval 773"/>
          <p:cNvSpPr/>
          <p:nvPr/>
        </p:nvSpPr>
        <p:spPr>
          <a:xfrm>
            <a:off x="1972894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75" name="Moon 774"/>
          <p:cNvSpPr/>
          <p:nvPr/>
        </p:nvSpPr>
        <p:spPr>
          <a:xfrm>
            <a:off x="1972894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76" name="Rectangle 775"/>
          <p:cNvSpPr/>
          <p:nvPr/>
        </p:nvSpPr>
        <p:spPr>
          <a:xfrm>
            <a:off x="2285421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77" name="Oval 776"/>
          <p:cNvSpPr/>
          <p:nvPr/>
        </p:nvSpPr>
        <p:spPr>
          <a:xfrm>
            <a:off x="2353797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78" name="Moon 777"/>
          <p:cNvSpPr/>
          <p:nvPr/>
        </p:nvSpPr>
        <p:spPr>
          <a:xfrm>
            <a:off x="2353797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79" name="Rectangle 778"/>
          <p:cNvSpPr/>
          <p:nvPr/>
        </p:nvSpPr>
        <p:spPr>
          <a:xfrm>
            <a:off x="2666325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80" name="Oval 779"/>
          <p:cNvSpPr/>
          <p:nvPr/>
        </p:nvSpPr>
        <p:spPr>
          <a:xfrm>
            <a:off x="2734701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81" name="Moon 780"/>
          <p:cNvSpPr/>
          <p:nvPr/>
        </p:nvSpPr>
        <p:spPr>
          <a:xfrm>
            <a:off x="2734701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82" name="Rectangle 781"/>
          <p:cNvSpPr/>
          <p:nvPr/>
        </p:nvSpPr>
        <p:spPr>
          <a:xfrm>
            <a:off x="3047228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83" name="Oval 782"/>
          <p:cNvSpPr/>
          <p:nvPr/>
        </p:nvSpPr>
        <p:spPr>
          <a:xfrm>
            <a:off x="3115604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84" name="Moon 783"/>
          <p:cNvSpPr/>
          <p:nvPr/>
        </p:nvSpPr>
        <p:spPr>
          <a:xfrm>
            <a:off x="3115604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85" name="Rectangle 784"/>
          <p:cNvSpPr/>
          <p:nvPr/>
        </p:nvSpPr>
        <p:spPr>
          <a:xfrm>
            <a:off x="3428132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86" name="Oval 785"/>
          <p:cNvSpPr/>
          <p:nvPr/>
        </p:nvSpPr>
        <p:spPr>
          <a:xfrm>
            <a:off x="3496508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87" name="Moon 786"/>
          <p:cNvSpPr/>
          <p:nvPr/>
        </p:nvSpPr>
        <p:spPr>
          <a:xfrm>
            <a:off x="3496508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88" name="Rectangle 787"/>
          <p:cNvSpPr/>
          <p:nvPr/>
        </p:nvSpPr>
        <p:spPr>
          <a:xfrm>
            <a:off x="3809035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89" name="Oval 788"/>
          <p:cNvSpPr/>
          <p:nvPr/>
        </p:nvSpPr>
        <p:spPr>
          <a:xfrm>
            <a:off x="3877411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90" name="Moon 789"/>
          <p:cNvSpPr/>
          <p:nvPr/>
        </p:nvSpPr>
        <p:spPr>
          <a:xfrm>
            <a:off x="3877411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91" name="Rectangle 790"/>
          <p:cNvSpPr/>
          <p:nvPr/>
        </p:nvSpPr>
        <p:spPr>
          <a:xfrm>
            <a:off x="4189939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92" name="Oval 791"/>
          <p:cNvSpPr/>
          <p:nvPr/>
        </p:nvSpPr>
        <p:spPr>
          <a:xfrm>
            <a:off x="4258315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93" name="Moon 792"/>
          <p:cNvSpPr/>
          <p:nvPr/>
        </p:nvSpPr>
        <p:spPr>
          <a:xfrm>
            <a:off x="4258315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94" name="Rectangle 793"/>
          <p:cNvSpPr/>
          <p:nvPr/>
        </p:nvSpPr>
        <p:spPr>
          <a:xfrm>
            <a:off x="4570842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95" name="Oval 794"/>
          <p:cNvSpPr/>
          <p:nvPr/>
        </p:nvSpPr>
        <p:spPr>
          <a:xfrm>
            <a:off x="4639218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96" name="Moon 795"/>
          <p:cNvSpPr/>
          <p:nvPr/>
        </p:nvSpPr>
        <p:spPr>
          <a:xfrm>
            <a:off x="4639218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97" name="Rectangle 796"/>
          <p:cNvSpPr/>
          <p:nvPr/>
        </p:nvSpPr>
        <p:spPr>
          <a:xfrm>
            <a:off x="4951746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98" name="Oval 797"/>
          <p:cNvSpPr/>
          <p:nvPr/>
        </p:nvSpPr>
        <p:spPr>
          <a:xfrm>
            <a:off x="5020122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99" name="Moon 798"/>
          <p:cNvSpPr/>
          <p:nvPr/>
        </p:nvSpPr>
        <p:spPr>
          <a:xfrm>
            <a:off x="5020122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00" name="Rectangle 799"/>
          <p:cNvSpPr/>
          <p:nvPr/>
        </p:nvSpPr>
        <p:spPr>
          <a:xfrm>
            <a:off x="5332649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01" name="Oval 800"/>
          <p:cNvSpPr/>
          <p:nvPr/>
        </p:nvSpPr>
        <p:spPr>
          <a:xfrm>
            <a:off x="5401025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02" name="Moon 801"/>
          <p:cNvSpPr/>
          <p:nvPr/>
        </p:nvSpPr>
        <p:spPr>
          <a:xfrm>
            <a:off x="5401025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03" name="Rectangle 802"/>
          <p:cNvSpPr/>
          <p:nvPr/>
        </p:nvSpPr>
        <p:spPr>
          <a:xfrm>
            <a:off x="5713553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04" name="Oval 803"/>
          <p:cNvSpPr/>
          <p:nvPr/>
        </p:nvSpPr>
        <p:spPr>
          <a:xfrm>
            <a:off x="5781929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05" name="Moon 804"/>
          <p:cNvSpPr/>
          <p:nvPr/>
        </p:nvSpPr>
        <p:spPr>
          <a:xfrm>
            <a:off x="5781929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06" name="Rectangle 805"/>
          <p:cNvSpPr/>
          <p:nvPr/>
        </p:nvSpPr>
        <p:spPr>
          <a:xfrm>
            <a:off x="6094456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07" name="Oval 806"/>
          <p:cNvSpPr/>
          <p:nvPr/>
        </p:nvSpPr>
        <p:spPr>
          <a:xfrm>
            <a:off x="6162832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08" name="Moon 807"/>
          <p:cNvSpPr/>
          <p:nvPr/>
        </p:nvSpPr>
        <p:spPr>
          <a:xfrm>
            <a:off x="6162832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09" name="Rectangle 808"/>
          <p:cNvSpPr/>
          <p:nvPr/>
        </p:nvSpPr>
        <p:spPr>
          <a:xfrm>
            <a:off x="6475360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10" name="Oval 809"/>
          <p:cNvSpPr/>
          <p:nvPr/>
        </p:nvSpPr>
        <p:spPr>
          <a:xfrm>
            <a:off x="6543736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11" name="Moon 810"/>
          <p:cNvSpPr/>
          <p:nvPr/>
        </p:nvSpPr>
        <p:spPr>
          <a:xfrm>
            <a:off x="6543736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12" name="Rectangle 811"/>
          <p:cNvSpPr/>
          <p:nvPr/>
        </p:nvSpPr>
        <p:spPr>
          <a:xfrm>
            <a:off x="6856263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813" name="Oval 812"/>
          <p:cNvSpPr/>
          <p:nvPr/>
        </p:nvSpPr>
        <p:spPr>
          <a:xfrm>
            <a:off x="6924639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14" name="Moon 813"/>
          <p:cNvSpPr/>
          <p:nvPr/>
        </p:nvSpPr>
        <p:spPr>
          <a:xfrm>
            <a:off x="6924639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15" name="Rectangle 814"/>
          <p:cNvSpPr/>
          <p:nvPr/>
        </p:nvSpPr>
        <p:spPr>
          <a:xfrm>
            <a:off x="7237167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16" name="Oval 815"/>
          <p:cNvSpPr/>
          <p:nvPr/>
        </p:nvSpPr>
        <p:spPr>
          <a:xfrm>
            <a:off x="7305543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17" name="Moon 816"/>
          <p:cNvSpPr/>
          <p:nvPr/>
        </p:nvSpPr>
        <p:spPr>
          <a:xfrm>
            <a:off x="7305543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18" name="Rectangle 817"/>
          <p:cNvSpPr/>
          <p:nvPr/>
        </p:nvSpPr>
        <p:spPr>
          <a:xfrm>
            <a:off x="7618070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19" name="Oval 818"/>
          <p:cNvSpPr/>
          <p:nvPr/>
        </p:nvSpPr>
        <p:spPr>
          <a:xfrm>
            <a:off x="7686446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20" name="Moon 819"/>
          <p:cNvSpPr/>
          <p:nvPr/>
        </p:nvSpPr>
        <p:spPr>
          <a:xfrm>
            <a:off x="7686446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21" name="Rectangle 820"/>
          <p:cNvSpPr/>
          <p:nvPr/>
        </p:nvSpPr>
        <p:spPr>
          <a:xfrm>
            <a:off x="7998974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22" name="Oval 821"/>
          <p:cNvSpPr/>
          <p:nvPr/>
        </p:nvSpPr>
        <p:spPr>
          <a:xfrm>
            <a:off x="8067350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23" name="Moon 822"/>
          <p:cNvSpPr/>
          <p:nvPr/>
        </p:nvSpPr>
        <p:spPr>
          <a:xfrm>
            <a:off x="8067350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24" name="Rectangle 823"/>
          <p:cNvSpPr/>
          <p:nvPr/>
        </p:nvSpPr>
        <p:spPr>
          <a:xfrm>
            <a:off x="8379877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825" name="Oval 824"/>
          <p:cNvSpPr/>
          <p:nvPr/>
        </p:nvSpPr>
        <p:spPr>
          <a:xfrm>
            <a:off x="8448253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26" name="Moon 825"/>
          <p:cNvSpPr/>
          <p:nvPr/>
        </p:nvSpPr>
        <p:spPr>
          <a:xfrm>
            <a:off x="8448253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27" name="Rectangle 826"/>
          <p:cNvSpPr/>
          <p:nvPr/>
        </p:nvSpPr>
        <p:spPr>
          <a:xfrm>
            <a:off x="8760781" y="2666053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828" name="Oval 827"/>
          <p:cNvSpPr/>
          <p:nvPr/>
        </p:nvSpPr>
        <p:spPr>
          <a:xfrm>
            <a:off x="8829157" y="2734850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29" name="Moon 828"/>
          <p:cNvSpPr/>
          <p:nvPr/>
        </p:nvSpPr>
        <p:spPr>
          <a:xfrm>
            <a:off x="8829157" y="2734850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33" name="Rectangle 832"/>
          <p:cNvSpPr/>
          <p:nvPr/>
        </p:nvSpPr>
        <p:spPr>
          <a:xfrm>
            <a:off x="0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34" name="Oval 833"/>
          <p:cNvSpPr/>
          <p:nvPr/>
        </p:nvSpPr>
        <p:spPr>
          <a:xfrm>
            <a:off x="68376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35" name="Moon 834"/>
          <p:cNvSpPr/>
          <p:nvPr/>
        </p:nvSpPr>
        <p:spPr>
          <a:xfrm>
            <a:off x="68376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36" name="Rectangle 835"/>
          <p:cNvSpPr/>
          <p:nvPr/>
        </p:nvSpPr>
        <p:spPr>
          <a:xfrm>
            <a:off x="380904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37" name="Oval 836"/>
          <p:cNvSpPr/>
          <p:nvPr/>
        </p:nvSpPr>
        <p:spPr>
          <a:xfrm>
            <a:off x="449280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38" name="Moon 837"/>
          <p:cNvSpPr/>
          <p:nvPr/>
        </p:nvSpPr>
        <p:spPr>
          <a:xfrm>
            <a:off x="449280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39" name="Rectangle 838"/>
          <p:cNvSpPr/>
          <p:nvPr/>
        </p:nvSpPr>
        <p:spPr>
          <a:xfrm>
            <a:off x="761807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0" name="Oval 839"/>
          <p:cNvSpPr/>
          <p:nvPr/>
        </p:nvSpPr>
        <p:spPr>
          <a:xfrm>
            <a:off x="830183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1" name="Moon 840"/>
          <p:cNvSpPr/>
          <p:nvPr/>
        </p:nvSpPr>
        <p:spPr>
          <a:xfrm>
            <a:off x="830183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2" name="Rectangle 841"/>
          <p:cNvSpPr/>
          <p:nvPr/>
        </p:nvSpPr>
        <p:spPr>
          <a:xfrm>
            <a:off x="1142711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3" name="Oval 842"/>
          <p:cNvSpPr/>
          <p:nvPr/>
        </p:nvSpPr>
        <p:spPr>
          <a:xfrm>
            <a:off x="1211087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4" name="Moon 843"/>
          <p:cNvSpPr/>
          <p:nvPr/>
        </p:nvSpPr>
        <p:spPr>
          <a:xfrm>
            <a:off x="1211087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5" name="Rectangle 844"/>
          <p:cNvSpPr/>
          <p:nvPr/>
        </p:nvSpPr>
        <p:spPr>
          <a:xfrm>
            <a:off x="1523614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6" name="Oval 845"/>
          <p:cNvSpPr/>
          <p:nvPr/>
        </p:nvSpPr>
        <p:spPr>
          <a:xfrm>
            <a:off x="1591990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7" name="Moon 846"/>
          <p:cNvSpPr/>
          <p:nvPr/>
        </p:nvSpPr>
        <p:spPr>
          <a:xfrm>
            <a:off x="1591990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8" name="Rectangle 847"/>
          <p:cNvSpPr/>
          <p:nvPr/>
        </p:nvSpPr>
        <p:spPr>
          <a:xfrm>
            <a:off x="1904518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49" name="Oval 848"/>
          <p:cNvSpPr/>
          <p:nvPr/>
        </p:nvSpPr>
        <p:spPr>
          <a:xfrm>
            <a:off x="1972894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50" name="Moon 849"/>
          <p:cNvSpPr/>
          <p:nvPr/>
        </p:nvSpPr>
        <p:spPr>
          <a:xfrm>
            <a:off x="1972894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51" name="Rectangle 850"/>
          <p:cNvSpPr/>
          <p:nvPr/>
        </p:nvSpPr>
        <p:spPr>
          <a:xfrm>
            <a:off x="2285421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52" name="Oval 851"/>
          <p:cNvSpPr/>
          <p:nvPr/>
        </p:nvSpPr>
        <p:spPr>
          <a:xfrm>
            <a:off x="2353797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53" name="Moon 852"/>
          <p:cNvSpPr/>
          <p:nvPr/>
        </p:nvSpPr>
        <p:spPr>
          <a:xfrm>
            <a:off x="2353797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54" name="Rectangle 853"/>
          <p:cNvSpPr/>
          <p:nvPr/>
        </p:nvSpPr>
        <p:spPr>
          <a:xfrm>
            <a:off x="2666325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855" name="Oval 854"/>
          <p:cNvSpPr/>
          <p:nvPr/>
        </p:nvSpPr>
        <p:spPr>
          <a:xfrm>
            <a:off x="2734701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56" name="Moon 855"/>
          <p:cNvSpPr/>
          <p:nvPr/>
        </p:nvSpPr>
        <p:spPr>
          <a:xfrm>
            <a:off x="2734701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57" name="Rectangle 856"/>
          <p:cNvSpPr/>
          <p:nvPr/>
        </p:nvSpPr>
        <p:spPr>
          <a:xfrm>
            <a:off x="3047228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858" name="Oval 857"/>
          <p:cNvSpPr/>
          <p:nvPr/>
        </p:nvSpPr>
        <p:spPr>
          <a:xfrm>
            <a:off x="3115604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59" name="Moon 858"/>
          <p:cNvSpPr/>
          <p:nvPr/>
        </p:nvSpPr>
        <p:spPr>
          <a:xfrm>
            <a:off x="3115604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0" name="Rectangle 859"/>
          <p:cNvSpPr/>
          <p:nvPr/>
        </p:nvSpPr>
        <p:spPr>
          <a:xfrm>
            <a:off x="3428132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861" name="Oval 860"/>
          <p:cNvSpPr/>
          <p:nvPr/>
        </p:nvSpPr>
        <p:spPr>
          <a:xfrm>
            <a:off x="3496508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2" name="Moon 861"/>
          <p:cNvSpPr/>
          <p:nvPr/>
        </p:nvSpPr>
        <p:spPr>
          <a:xfrm>
            <a:off x="3496508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3" name="Rectangle 862"/>
          <p:cNvSpPr/>
          <p:nvPr/>
        </p:nvSpPr>
        <p:spPr>
          <a:xfrm>
            <a:off x="3809035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864" name="Oval 863"/>
          <p:cNvSpPr/>
          <p:nvPr/>
        </p:nvSpPr>
        <p:spPr>
          <a:xfrm>
            <a:off x="3877411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5" name="Moon 864"/>
          <p:cNvSpPr/>
          <p:nvPr/>
        </p:nvSpPr>
        <p:spPr>
          <a:xfrm>
            <a:off x="3877411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6" name="Rectangle 865"/>
          <p:cNvSpPr/>
          <p:nvPr/>
        </p:nvSpPr>
        <p:spPr>
          <a:xfrm>
            <a:off x="4189939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7" name="Oval 866"/>
          <p:cNvSpPr/>
          <p:nvPr/>
        </p:nvSpPr>
        <p:spPr>
          <a:xfrm>
            <a:off x="4258315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8" name="Moon 867"/>
          <p:cNvSpPr/>
          <p:nvPr/>
        </p:nvSpPr>
        <p:spPr>
          <a:xfrm>
            <a:off x="4258315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69" name="Rectangle 868"/>
          <p:cNvSpPr/>
          <p:nvPr/>
        </p:nvSpPr>
        <p:spPr>
          <a:xfrm>
            <a:off x="4570842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0" name="Oval 869"/>
          <p:cNvSpPr/>
          <p:nvPr/>
        </p:nvSpPr>
        <p:spPr>
          <a:xfrm>
            <a:off x="4639218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1" name="Moon 870"/>
          <p:cNvSpPr/>
          <p:nvPr/>
        </p:nvSpPr>
        <p:spPr>
          <a:xfrm>
            <a:off x="4639218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2" name="Rectangle 871"/>
          <p:cNvSpPr/>
          <p:nvPr/>
        </p:nvSpPr>
        <p:spPr>
          <a:xfrm>
            <a:off x="4951746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3" name="Oval 872"/>
          <p:cNvSpPr/>
          <p:nvPr/>
        </p:nvSpPr>
        <p:spPr>
          <a:xfrm>
            <a:off x="5020122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4" name="Moon 873"/>
          <p:cNvSpPr/>
          <p:nvPr/>
        </p:nvSpPr>
        <p:spPr>
          <a:xfrm>
            <a:off x="5020122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5" name="Rectangle 874"/>
          <p:cNvSpPr/>
          <p:nvPr/>
        </p:nvSpPr>
        <p:spPr>
          <a:xfrm>
            <a:off x="5332649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6" name="Oval 875"/>
          <p:cNvSpPr/>
          <p:nvPr/>
        </p:nvSpPr>
        <p:spPr>
          <a:xfrm>
            <a:off x="5401025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7" name="Moon 876"/>
          <p:cNvSpPr/>
          <p:nvPr/>
        </p:nvSpPr>
        <p:spPr>
          <a:xfrm>
            <a:off x="5401025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8" name="Rectangle 877"/>
          <p:cNvSpPr/>
          <p:nvPr/>
        </p:nvSpPr>
        <p:spPr>
          <a:xfrm>
            <a:off x="5713553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79" name="Oval 878"/>
          <p:cNvSpPr/>
          <p:nvPr/>
        </p:nvSpPr>
        <p:spPr>
          <a:xfrm>
            <a:off x="5781929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80" name="Moon 879"/>
          <p:cNvSpPr/>
          <p:nvPr/>
        </p:nvSpPr>
        <p:spPr>
          <a:xfrm>
            <a:off x="5781929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81" name="Rectangle 880"/>
          <p:cNvSpPr/>
          <p:nvPr/>
        </p:nvSpPr>
        <p:spPr>
          <a:xfrm>
            <a:off x="6094456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82" name="Oval 881"/>
          <p:cNvSpPr/>
          <p:nvPr/>
        </p:nvSpPr>
        <p:spPr>
          <a:xfrm>
            <a:off x="6162832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83" name="Moon 882"/>
          <p:cNvSpPr/>
          <p:nvPr/>
        </p:nvSpPr>
        <p:spPr>
          <a:xfrm>
            <a:off x="6162832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84" name="Rectangle 883"/>
          <p:cNvSpPr/>
          <p:nvPr/>
        </p:nvSpPr>
        <p:spPr>
          <a:xfrm>
            <a:off x="6475360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85" name="Oval 884"/>
          <p:cNvSpPr/>
          <p:nvPr/>
        </p:nvSpPr>
        <p:spPr>
          <a:xfrm>
            <a:off x="6543736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86" name="Moon 885"/>
          <p:cNvSpPr/>
          <p:nvPr/>
        </p:nvSpPr>
        <p:spPr>
          <a:xfrm>
            <a:off x="6543736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87" name="Rectangle 886"/>
          <p:cNvSpPr/>
          <p:nvPr/>
        </p:nvSpPr>
        <p:spPr>
          <a:xfrm>
            <a:off x="6856263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88" name="Oval 887"/>
          <p:cNvSpPr/>
          <p:nvPr/>
        </p:nvSpPr>
        <p:spPr>
          <a:xfrm>
            <a:off x="6924639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89" name="Moon 888"/>
          <p:cNvSpPr/>
          <p:nvPr/>
        </p:nvSpPr>
        <p:spPr>
          <a:xfrm>
            <a:off x="6924639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0" name="Rectangle 889"/>
          <p:cNvSpPr/>
          <p:nvPr/>
        </p:nvSpPr>
        <p:spPr>
          <a:xfrm>
            <a:off x="7237167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1" name="Oval 890"/>
          <p:cNvSpPr/>
          <p:nvPr/>
        </p:nvSpPr>
        <p:spPr>
          <a:xfrm>
            <a:off x="7305543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2" name="Moon 891"/>
          <p:cNvSpPr/>
          <p:nvPr/>
        </p:nvSpPr>
        <p:spPr>
          <a:xfrm>
            <a:off x="7305543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3" name="Rectangle 892"/>
          <p:cNvSpPr/>
          <p:nvPr/>
        </p:nvSpPr>
        <p:spPr>
          <a:xfrm>
            <a:off x="7618070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4" name="Oval 893"/>
          <p:cNvSpPr/>
          <p:nvPr/>
        </p:nvSpPr>
        <p:spPr>
          <a:xfrm>
            <a:off x="7686446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5" name="Moon 894"/>
          <p:cNvSpPr/>
          <p:nvPr/>
        </p:nvSpPr>
        <p:spPr>
          <a:xfrm>
            <a:off x="7686446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6" name="Rectangle 895"/>
          <p:cNvSpPr/>
          <p:nvPr/>
        </p:nvSpPr>
        <p:spPr>
          <a:xfrm>
            <a:off x="7998974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7" name="Oval 896"/>
          <p:cNvSpPr/>
          <p:nvPr/>
        </p:nvSpPr>
        <p:spPr>
          <a:xfrm>
            <a:off x="8067350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8" name="Moon 897"/>
          <p:cNvSpPr/>
          <p:nvPr/>
        </p:nvSpPr>
        <p:spPr>
          <a:xfrm>
            <a:off x="8067350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99" name="Rectangle 898"/>
          <p:cNvSpPr/>
          <p:nvPr/>
        </p:nvSpPr>
        <p:spPr>
          <a:xfrm>
            <a:off x="8379877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900" name="Oval 899"/>
          <p:cNvSpPr/>
          <p:nvPr/>
        </p:nvSpPr>
        <p:spPr>
          <a:xfrm>
            <a:off x="8448253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01" name="Moon 900"/>
          <p:cNvSpPr/>
          <p:nvPr/>
        </p:nvSpPr>
        <p:spPr>
          <a:xfrm>
            <a:off x="8448253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02" name="Rectangle 901"/>
          <p:cNvSpPr/>
          <p:nvPr/>
        </p:nvSpPr>
        <p:spPr>
          <a:xfrm>
            <a:off x="8760781" y="228518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903" name="Oval 902"/>
          <p:cNvSpPr/>
          <p:nvPr/>
        </p:nvSpPr>
        <p:spPr>
          <a:xfrm>
            <a:off x="8829157" y="235398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04" name="Moon 903"/>
          <p:cNvSpPr/>
          <p:nvPr/>
        </p:nvSpPr>
        <p:spPr>
          <a:xfrm>
            <a:off x="8829157" y="235398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08" name="Rectangle 907"/>
          <p:cNvSpPr/>
          <p:nvPr/>
        </p:nvSpPr>
        <p:spPr>
          <a:xfrm>
            <a:off x="0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909" name="Oval 908"/>
          <p:cNvSpPr/>
          <p:nvPr/>
        </p:nvSpPr>
        <p:spPr>
          <a:xfrm>
            <a:off x="68376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10" name="Moon 909"/>
          <p:cNvSpPr/>
          <p:nvPr/>
        </p:nvSpPr>
        <p:spPr>
          <a:xfrm>
            <a:off x="68376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11" name="Rectangle 910"/>
          <p:cNvSpPr/>
          <p:nvPr/>
        </p:nvSpPr>
        <p:spPr>
          <a:xfrm>
            <a:off x="380904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12" name="Oval 911"/>
          <p:cNvSpPr/>
          <p:nvPr/>
        </p:nvSpPr>
        <p:spPr>
          <a:xfrm>
            <a:off x="449280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13" name="Moon 912"/>
          <p:cNvSpPr/>
          <p:nvPr/>
        </p:nvSpPr>
        <p:spPr>
          <a:xfrm>
            <a:off x="449280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14" name="Rectangle 913"/>
          <p:cNvSpPr/>
          <p:nvPr/>
        </p:nvSpPr>
        <p:spPr>
          <a:xfrm>
            <a:off x="761807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15" name="Oval 914"/>
          <p:cNvSpPr/>
          <p:nvPr/>
        </p:nvSpPr>
        <p:spPr>
          <a:xfrm>
            <a:off x="830183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16" name="Moon 915"/>
          <p:cNvSpPr/>
          <p:nvPr/>
        </p:nvSpPr>
        <p:spPr>
          <a:xfrm>
            <a:off x="830183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17" name="Rectangle 916"/>
          <p:cNvSpPr/>
          <p:nvPr/>
        </p:nvSpPr>
        <p:spPr>
          <a:xfrm>
            <a:off x="1142711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18" name="Oval 917"/>
          <p:cNvSpPr/>
          <p:nvPr/>
        </p:nvSpPr>
        <p:spPr>
          <a:xfrm>
            <a:off x="1211087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19" name="Moon 918"/>
          <p:cNvSpPr/>
          <p:nvPr/>
        </p:nvSpPr>
        <p:spPr>
          <a:xfrm>
            <a:off x="1211087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20" name="Rectangle 919"/>
          <p:cNvSpPr/>
          <p:nvPr/>
        </p:nvSpPr>
        <p:spPr>
          <a:xfrm>
            <a:off x="1523614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21" name="Oval 920"/>
          <p:cNvSpPr/>
          <p:nvPr/>
        </p:nvSpPr>
        <p:spPr>
          <a:xfrm>
            <a:off x="1591990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22" name="Moon 921"/>
          <p:cNvSpPr/>
          <p:nvPr/>
        </p:nvSpPr>
        <p:spPr>
          <a:xfrm>
            <a:off x="1591990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23" name="Rectangle 922"/>
          <p:cNvSpPr/>
          <p:nvPr/>
        </p:nvSpPr>
        <p:spPr>
          <a:xfrm>
            <a:off x="1904518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24" name="Oval 923"/>
          <p:cNvSpPr/>
          <p:nvPr/>
        </p:nvSpPr>
        <p:spPr>
          <a:xfrm>
            <a:off x="1972894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25" name="Moon 924"/>
          <p:cNvSpPr/>
          <p:nvPr/>
        </p:nvSpPr>
        <p:spPr>
          <a:xfrm>
            <a:off x="1972894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26" name="Rectangle 925"/>
          <p:cNvSpPr/>
          <p:nvPr/>
        </p:nvSpPr>
        <p:spPr>
          <a:xfrm>
            <a:off x="2285421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27" name="Oval 926"/>
          <p:cNvSpPr/>
          <p:nvPr/>
        </p:nvSpPr>
        <p:spPr>
          <a:xfrm>
            <a:off x="2353797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28" name="Moon 927"/>
          <p:cNvSpPr/>
          <p:nvPr/>
        </p:nvSpPr>
        <p:spPr>
          <a:xfrm>
            <a:off x="2353797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29" name="Rectangle 928"/>
          <p:cNvSpPr/>
          <p:nvPr/>
        </p:nvSpPr>
        <p:spPr>
          <a:xfrm>
            <a:off x="2666325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0" name="Oval 929"/>
          <p:cNvSpPr/>
          <p:nvPr/>
        </p:nvSpPr>
        <p:spPr>
          <a:xfrm>
            <a:off x="2734701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1" name="Moon 930"/>
          <p:cNvSpPr/>
          <p:nvPr/>
        </p:nvSpPr>
        <p:spPr>
          <a:xfrm>
            <a:off x="2734701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2" name="Rectangle 931"/>
          <p:cNvSpPr/>
          <p:nvPr/>
        </p:nvSpPr>
        <p:spPr>
          <a:xfrm>
            <a:off x="3047228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3" name="Oval 932"/>
          <p:cNvSpPr/>
          <p:nvPr/>
        </p:nvSpPr>
        <p:spPr>
          <a:xfrm>
            <a:off x="3115604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4" name="Moon 933"/>
          <p:cNvSpPr/>
          <p:nvPr/>
        </p:nvSpPr>
        <p:spPr>
          <a:xfrm>
            <a:off x="3115604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5" name="Rectangle 934"/>
          <p:cNvSpPr/>
          <p:nvPr/>
        </p:nvSpPr>
        <p:spPr>
          <a:xfrm>
            <a:off x="3428132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6" name="Oval 935"/>
          <p:cNvSpPr/>
          <p:nvPr/>
        </p:nvSpPr>
        <p:spPr>
          <a:xfrm>
            <a:off x="3496508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7" name="Moon 936"/>
          <p:cNvSpPr/>
          <p:nvPr/>
        </p:nvSpPr>
        <p:spPr>
          <a:xfrm>
            <a:off x="3496508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8" name="Rectangle 937"/>
          <p:cNvSpPr/>
          <p:nvPr/>
        </p:nvSpPr>
        <p:spPr>
          <a:xfrm>
            <a:off x="3809035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39" name="Oval 938"/>
          <p:cNvSpPr/>
          <p:nvPr/>
        </p:nvSpPr>
        <p:spPr>
          <a:xfrm>
            <a:off x="3877411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40" name="Moon 939"/>
          <p:cNvSpPr/>
          <p:nvPr/>
        </p:nvSpPr>
        <p:spPr>
          <a:xfrm>
            <a:off x="3877411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41" name="Rectangle 940"/>
          <p:cNvSpPr/>
          <p:nvPr/>
        </p:nvSpPr>
        <p:spPr>
          <a:xfrm>
            <a:off x="4189939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42" name="Oval 941"/>
          <p:cNvSpPr/>
          <p:nvPr/>
        </p:nvSpPr>
        <p:spPr>
          <a:xfrm>
            <a:off x="4258315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43" name="Moon 942"/>
          <p:cNvSpPr/>
          <p:nvPr/>
        </p:nvSpPr>
        <p:spPr>
          <a:xfrm>
            <a:off x="4258315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44" name="Rectangle 943"/>
          <p:cNvSpPr/>
          <p:nvPr/>
        </p:nvSpPr>
        <p:spPr>
          <a:xfrm>
            <a:off x="4570842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45" name="Oval 944"/>
          <p:cNvSpPr/>
          <p:nvPr/>
        </p:nvSpPr>
        <p:spPr>
          <a:xfrm>
            <a:off x="4639218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46" name="Moon 945"/>
          <p:cNvSpPr/>
          <p:nvPr/>
        </p:nvSpPr>
        <p:spPr>
          <a:xfrm>
            <a:off x="4639218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47" name="Rectangle 946"/>
          <p:cNvSpPr/>
          <p:nvPr/>
        </p:nvSpPr>
        <p:spPr>
          <a:xfrm>
            <a:off x="4951746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948" name="Oval 947"/>
          <p:cNvSpPr/>
          <p:nvPr/>
        </p:nvSpPr>
        <p:spPr>
          <a:xfrm>
            <a:off x="5020122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49" name="Moon 948"/>
          <p:cNvSpPr/>
          <p:nvPr/>
        </p:nvSpPr>
        <p:spPr>
          <a:xfrm>
            <a:off x="5020122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50" name="Rectangle 949"/>
          <p:cNvSpPr/>
          <p:nvPr/>
        </p:nvSpPr>
        <p:spPr>
          <a:xfrm>
            <a:off x="5332649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951" name="Oval 950"/>
          <p:cNvSpPr/>
          <p:nvPr/>
        </p:nvSpPr>
        <p:spPr>
          <a:xfrm>
            <a:off x="5401025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52" name="Moon 951"/>
          <p:cNvSpPr/>
          <p:nvPr/>
        </p:nvSpPr>
        <p:spPr>
          <a:xfrm>
            <a:off x="5401025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53" name="Rectangle 952"/>
          <p:cNvSpPr/>
          <p:nvPr/>
        </p:nvSpPr>
        <p:spPr>
          <a:xfrm>
            <a:off x="5713553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954" name="Oval 953"/>
          <p:cNvSpPr/>
          <p:nvPr/>
        </p:nvSpPr>
        <p:spPr>
          <a:xfrm>
            <a:off x="5781929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55" name="Moon 954"/>
          <p:cNvSpPr/>
          <p:nvPr/>
        </p:nvSpPr>
        <p:spPr>
          <a:xfrm>
            <a:off x="5781929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56" name="Rectangle 955"/>
          <p:cNvSpPr/>
          <p:nvPr/>
        </p:nvSpPr>
        <p:spPr>
          <a:xfrm>
            <a:off x="6094456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57" name="Oval 956"/>
          <p:cNvSpPr/>
          <p:nvPr/>
        </p:nvSpPr>
        <p:spPr>
          <a:xfrm>
            <a:off x="6162832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58" name="Moon 957"/>
          <p:cNvSpPr/>
          <p:nvPr/>
        </p:nvSpPr>
        <p:spPr>
          <a:xfrm>
            <a:off x="6162832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59" name="Rectangle 958"/>
          <p:cNvSpPr/>
          <p:nvPr/>
        </p:nvSpPr>
        <p:spPr>
          <a:xfrm>
            <a:off x="6475360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60" name="Oval 959"/>
          <p:cNvSpPr/>
          <p:nvPr/>
        </p:nvSpPr>
        <p:spPr>
          <a:xfrm>
            <a:off x="6543736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61" name="Moon 960"/>
          <p:cNvSpPr/>
          <p:nvPr/>
        </p:nvSpPr>
        <p:spPr>
          <a:xfrm>
            <a:off x="6543736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62" name="Rectangle 961"/>
          <p:cNvSpPr/>
          <p:nvPr/>
        </p:nvSpPr>
        <p:spPr>
          <a:xfrm>
            <a:off x="6856263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63" name="Oval 962"/>
          <p:cNvSpPr/>
          <p:nvPr/>
        </p:nvSpPr>
        <p:spPr>
          <a:xfrm>
            <a:off x="6924639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64" name="Moon 963"/>
          <p:cNvSpPr/>
          <p:nvPr/>
        </p:nvSpPr>
        <p:spPr>
          <a:xfrm>
            <a:off x="6924639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65" name="Rectangle 964"/>
          <p:cNvSpPr/>
          <p:nvPr/>
        </p:nvSpPr>
        <p:spPr>
          <a:xfrm>
            <a:off x="7237167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966" name="Oval 965"/>
          <p:cNvSpPr/>
          <p:nvPr/>
        </p:nvSpPr>
        <p:spPr>
          <a:xfrm>
            <a:off x="7305543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67" name="Moon 966"/>
          <p:cNvSpPr/>
          <p:nvPr/>
        </p:nvSpPr>
        <p:spPr>
          <a:xfrm>
            <a:off x="7305543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68" name="Rectangle 967"/>
          <p:cNvSpPr/>
          <p:nvPr/>
        </p:nvSpPr>
        <p:spPr>
          <a:xfrm>
            <a:off x="7618070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69" name="Oval 968"/>
          <p:cNvSpPr/>
          <p:nvPr/>
        </p:nvSpPr>
        <p:spPr>
          <a:xfrm>
            <a:off x="7686446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70" name="Moon 969"/>
          <p:cNvSpPr/>
          <p:nvPr/>
        </p:nvSpPr>
        <p:spPr>
          <a:xfrm>
            <a:off x="7686446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71" name="Rectangle 970"/>
          <p:cNvSpPr/>
          <p:nvPr/>
        </p:nvSpPr>
        <p:spPr>
          <a:xfrm>
            <a:off x="7998974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72" name="Oval 971"/>
          <p:cNvSpPr/>
          <p:nvPr/>
        </p:nvSpPr>
        <p:spPr>
          <a:xfrm>
            <a:off x="8067350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73" name="Moon 972"/>
          <p:cNvSpPr/>
          <p:nvPr/>
        </p:nvSpPr>
        <p:spPr>
          <a:xfrm>
            <a:off x="8067350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74" name="Rectangle 973"/>
          <p:cNvSpPr/>
          <p:nvPr/>
        </p:nvSpPr>
        <p:spPr>
          <a:xfrm>
            <a:off x="8379877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75" name="Oval 974"/>
          <p:cNvSpPr/>
          <p:nvPr/>
        </p:nvSpPr>
        <p:spPr>
          <a:xfrm>
            <a:off x="8448253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76" name="Moon 975"/>
          <p:cNvSpPr/>
          <p:nvPr/>
        </p:nvSpPr>
        <p:spPr>
          <a:xfrm>
            <a:off x="8448253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77" name="Rectangle 976"/>
          <p:cNvSpPr/>
          <p:nvPr/>
        </p:nvSpPr>
        <p:spPr>
          <a:xfrm>
            <a:off x="8760781" y="190432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78" name="Oval 977"/>
          <p:cNvSpPr/>
          <p:nvPr/>
        </p:nvSpPr>
        <p:spPr>
          <a:xfrm>
            <a:off x="8829157" y="197312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79" name="Moon 978"/>
          <p:cNvSpPr/>
          <p:nvPr/>
        </p:nvSpPr>
        <p:spPr>
          <a:xfrm>
            <a:off x="8829157" y="197312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83" name="Rectangle 982"/>
          <p:cNvSpPr/>
          <p:nvPr/>
        </p:nvSpPr>
        <p:spPr>
          <a:xfrm>
            <a:off x="0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984" name="Oval 983"/>
          <p:cNvSpPr/>
          <p:nvPr/>
        </p:nvSpPr>
        <p:spPr>
          <a:xfrm>
            <a:off x="68376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85" name="Moon 984"/>
          <p:cNvSpPr/>
          <p:nvPr/>
        </p:nvSpPr>
        <p:spPr>
          <a:xfrm>
            <a:off x="68376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86" name="Rectangle 985"/>
          <p:cNvSpPr/>
          <p:nvPr/>
        </p:nvSpPr>
        <p:spPr>
          <a:xfrm>
            <a:off x="380904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987" name="Oval 986"/>
          <p:cNvSpPr/>
          <p:nvPr/>
        </p:nvSpPr>
        <p:spPr>
          <a:xfrm>
            <a:off x="449280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88" name="Moon 987"/>
          <p:cNvSpPr/>
          <p:nvPr/>
        </p:nvSpPr>
        <p:spPr>
          <a:xfrm>
            <a:off x="44928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89" name="Rectangle 988"/>
          <p:cNvSpPr/>
          <p:nvPr/>
        </p:nvSpPr>
        <p:spPr>
          <a:xfrm>
            <a:off x="761807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90" name="Oval 989"/>
          <p:cNvSpPr/>
          <p:nvPr/>
        </p:nvSpPr>
        <p:spPr>
          <a:xfrm>
            <a:off x="830183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91" name="Moon 990"/>
          <p:cNvSpPr/>
          <p:nvPr/>
        </p:nvSpPr>
        <p:spPr>
          <a:xfrm>
            <a:off x="830183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92" name="Rectangle 991"/>
          <p:cNvSpPr/>
          <p:nvPr/>
        </p:nvSpPr>
        <p:spPr>
          <a:xfrm>
            <a:off x="1142711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93" name="Oval 992"/>
          <p:cNvSpPr/>
          <p:nvPr/>
        </p:nvSpPr>
        <p:spPr>
          <a:xfrm>
            <a:off x="1211087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94" name="Moon 993"/>
          <p:cNvSpPr/>
          <p:nvPr/>
        </p:nvSpPr>
        <p:spPr>
          <a:xfrm>
            <a:off x="1211087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95" name="Rectangle 994"/>
          <p:cNvSpPr/>
          <p:nvPr/>
        </p:nvSpPr>
        <p:spPr>
          <a:xfrm>
            <a:off x="1523614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96" name="Oval 995"/>
          <p:cNvSpPr/>
          <p:nvPr/>
        </p:nvSpPr>
        <p:spPr>
          <a:xfrm>
            <a:off x="1591990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97" name="Moon 996"/>
          <p:cNvSpPr/>
          <p:nvPr/>
        </p:nvSpPr>
        <p:spPr>
          <a:xfrm>
            <a:off x="159199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98" name="Rectangle 997"/>
          <p:cNvSpPr/>
          <p:nvPr/>
        </p:nvSpPr>
        <p:spPr>
          <a:xfrm>
            <a:off x="1904518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99" name="Oval 998"/>
          <p:cNvSpPr/>
          <p:nvPr/>
        </p:nvSpPr>
        <p:spPr>
          <a:xfrm>
            <a:off x="1972894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00" name="Moon 999"/>
          <p:cNvSpPr/>
          <p:nvPr/>
        </p:nvSpPr>
        <p:spPr>
          <a:xfrm>
            <a:off x="1972894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01" name="Rectangle 1000"/>
          <p:cNvSpPr/>
          <p:nvPr/>
        </p:nvSpPr>
        <p:spPr>
          <a:xfrm>
            <a:off x="2285421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02" name="Oval 1001"/>
          <p:cNvSpPr/>
          <p:nvPr/>
        </p:nvSpPr>
        <p:spPr>
          <a:xfrm>
            <a:off x="2353797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03" name="Moon 1002"/>
          <p:cNvSpPr/>
          <p:nvPr/>
        </p:nvSpPr>
        <p:spPr>
          <a:xfrm>
            <a:off x="2353797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04" name="Rectangle 1003"/>
          <p:cNvSpPr/>
          <p:nvPr/>
        </p:nvSpPr>
        <p:spPr>
          <a:xfrm>
            <a:off x="2666325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05" name="Oval 1004"/>
          <p:cNvSpPr/>
          <p:nvPr/>
        </p:nvSpPr>
        <p:spPr>
          <a:xfrm>
            <a:off x="2734701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06" name="Moon 1005"/>
          <p:cNvSpPr/>
          <p:nvPr/>
        </p:nvSpPr>
        <p:spPr>
          <a:xfrm>
            <a:off x="2734701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07" name="Rectangle 1006"/>
          <p:cNvSpPr/>
          <p:nvPr/>
        </p:nvSpPr>
        <p:spPr>
          <a:xfrm>
            <a:off x="3047228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08" name="Oval 1007"/>
          <p:cNvSpPr/>
          <p:nvPr/>
        </p:nvSpPr>
        <p:spPr>
          <a:xfrm>
            <a:off x="3115604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09" name="Moon 1008"/>
          <p:cNvSpPr/>
          <p:nvPr/>
        </p:nvSpPr>
        <p:spPr>
          <a:xfrm>
            <a:off x="3115604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0" name="Rectangle 1009"/>
          <p:cNvSpPr/>
          <p:nvPr/>
        </p:nvSpPr>
        <p:spPr>
          <a:xfrm>
            <a:off x="3428132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1" name="Oval 1010"/>
          <p:cNvSpPr/>
          <p:nvPr/>
        </p:nvSpPr>
        <p:spPr>
          <a:xfrm>
            <a:off x="3496508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2" name="Moon 1011"/>
          <p:cNvSpPr/>
          <p:nvPr/>
        </p:nvSpPr>
        <p:spPr>
          <a:xfrm>
            <a:off x="3496508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3" name="Rectangle 1012"/>
          <p:cNvSpPr/>
          <p:nvPr/>
        </p:nvSpPr>
        <p:spPr>
          <a:xfrm>
            <a:off x="3809035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4" name="Oval 1013"/>
          <p:cNvSpPr/>
          <p:nvPr/>
        </p:nvSpPr>
        <p:spPr>
          <a:xfrm>
            <a:off x="3877411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5" name="Moon 1014"/>
          <p:cNvSpPr/>
          <p:nvPr/>
        </p:nvSpPr>
        <p:spPr>
          <a:xfrm>
            <a:off x="3877411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6" name="Rectangle 1015"/>
          <p:cNvSpPr/>
          <p:nvPr/>
        </p:nvSpPr>
        <p:spPr>
          <a:xfrm>
            <a:off x="4189939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7" name="Oval 1016"/>
          <p:cNvSpPr/>
          <p:nvPr/>
        </p:nvSpPr>
        <p:spPr>
          <a:xfrm>
            <a:off x="4258315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8" name="Moon 1017"/>
          <p:cNvSpPr/>
          <p:nvPr/>
        </p:nvSpPr>
        <p:spPr>
          <a:xfrm>
            <a:off x="4258315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9" name="Rectangle 1018"/>
          <p:cNvSpPr/>
          <p:nvPr/>
        </p:nvSpPr>
        <p:spPr>
          <a:xfrm>
            <a:off x="4570842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20" name="Oval 1019"/>
          <p:cNvSpPr/>
          <p:nvPr/>
        </p:nvSpPr>
        <p:spPr>
          <a:xfrm>
            <a:off x="4639218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21" name="Moon 1020"/>
          <p:cNvSpPr/>
          <p:nvPr/>
        </p:nvSpPr>
        <p:spPr>
          <a:xfrm>
            <a:off x="4639218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22" name="Rectangle 1021"/>
          <p:cNvSpPr/>
          <p:nvPr/>
        </p:nvSpPr>
        <p:spPr>
          <a:xfrm>
            <a:off x="4951746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023" name="Oval 1022"/>
          <p:cNvSpPr/>
          <p:nvPr/>
        </p:nvSpPr>
        <p:spPr>
          <a:xfrm>
            <a:off x="5020122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24" name="Moon 1023"/>
          <p:cNvSpPr/>
          <p:nvPr/>
        </p:nvSpPr>
        <p:spPr>
          <a:xfrm>
            <a:off x="5020122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25" name="Rectangle 1024"/>
          <p:cNvSpPr/>
          <p:nvPr/>
        </p:nvSpPr>
        <p:spPr>
          <a:xfrm>
            <a:off x="5332649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026" name="Oval 1025"/>
          <p:cNvSpPr/>
          <p:nvPr/>
        </p:nvSpPr>
        <p:spPr>
          <a:xfrm>
            <a:off x="5401025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27" name="Moon 1026"/>
          <p:cNvSpPr/>
          <p:nvPr/>
        </p:nvSpPr>
        <p:spPr>
          <a:xfrm>
            <a:off x="5401025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28" name="Rectangle 1027"/>
          <p:cNvSpPr/>
          <p:nvPr/>
        </p:nvSpPr>
        <p:spPr>
          <a:xfrm>
            <a:off x="5713553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029" name="Oval 1028"/>
          <p:cNvSpPr/>
          <p:nvPr/>
        </p:nvSpPr>
        <p:spPr>
          <a:xfrm>
            <a:off x="5781929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30" name="Moon 1029"/>
          <p:cNvSpPr/>
          <p:nvPr/>
        </p:nvSpPr>
        <p:spPr>
          <a:xfrm>
            <a:off x="5781929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31" name="Rectangle 1030"/>
          <p:cNvSpPr/>
          <p:nvPr/>
        </p:nvSpPr>
        <p:spPr>
          <a:xfrm>
            <a:off x="6094456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32" name="Oval 1031"/>
          <p:cNvSpPr/>
          <p:nvPr/>
        </p:nvSpPr>
        <p:spPr>
          <a:xfrm>
            <a:off x="6162832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33" name="Moon 1032"/>
          <p:cNvSpPr/>
          <p:nvPr/>
        </p:nvSpPr>
        <p:spPr>
          <a:xfrm>
            <a:off x="6162832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34" name="Rectangle 1033"/>
          <p:cNvSpPr/>
          <p:nvPr/>
        </p:nvSpPr>
        <p:spPr>
          <a:xfrm>
            <a:off x="6475360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35" name="Oval 1034"/>
          <p:cNvSpPr/>
          <p:nvPr/>
        </p:nvSpPr>
        <p:spPr>
          <a:xfrm>
            <a:off x="6543736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36" name="Moon 1035"/>
          <p:cNvSpPr/>
          <p:nvPr/>
        </p:nvSpPr>
        <p:spPr>
          <a:xfrm>
            <a:off x="6543736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37" name="Rectangle 1036"/>
          <p:cNvSpPr/>
          <p:nvPr/>
        </p:nvSpPr>
        <p:spPr>
          <a:xfrm>
            <a:off x="6856263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38" name="Oval 1037"/>
          <p:cNvSpPr/>
          <p:nvPr/>
        </p:nvSpPr>
        <p:spPr>
          <a:xfrm>
            <a:off x="6924639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39" name="Moon 1038"/>
          <p:cNvSpPr/>
          <p:nvPr/>
        </p:nvSpPr>
        <p:spPr>
          <a:xfrm>
            <a:off x="6924639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40" name="Rectangle 1039"/>
          <p:cNvSpPr/>
          <p:nvPr/>
        </p:nvSpPr>
        <p:spPr>
          <a:xfrm>
            <a:off x="7237167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041" name="Oval 1040"/>
          <p:cNvSpPr/>
          <p:nvPr/>
        </p:nvSpPr>
        <p:spPr>
          <a:xfrm>
            <a:off x="7305543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42" name="Moon 1041"/>
          <p:cNvSpPr/>
          <p:nvPr/>
        </p:nvSpPr>
        <p:spPr>
          <a:xfrm>
            <a:off x="7305543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43" name="Rectangle 1042"/>
          <p:cNvSpPr/>
          <p:nvPr/>
        </p:nvSpPr>
        <p:spPr>
          <a:xfrm>
            <a:off x="7618070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044" name="Oval 1043"/>
          <p:cNvSpPr/>
          <p:nvPr/>
        </p:nvSpPr>
        <p:spPr>
          <a:xfrm>
            <a:off x="7686446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45" name="Moon 1044"/>
          <p:cNvSpPr/>
          <p:nvPr/>
        </p:nvSpPr>
        <p:spPr>
          <a:xfrm>
            <a:off x="7686446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46" name="Rectangle 1045"/>
          <p:cNvSpPr/>
          <p:nvPr/>
        </p:nvSpPr>
        <p:spPr>
          <a:xfrm>
            <a:off x="7998974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47" name="Oval 1046"/>
          <p:cNvSpPr/>
          <p:nvPr/>
        </p:nvSpPr>
        <p:spPr>
          <a:xfrm>
            <a:off x="8067350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48" name="Moon 1047"/>
          <p:cNvSpPr/>
          <p:nvPr/>
        </p:nvSpPr>
        <p:spPr>
          <a:xfrm>
            <a:off x="8067350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49" name="Rectangle 1048"/>
          <p:cNvSpPr/>
          <p:nvPr/>
        </p:nvSpPr>
        <p:spPr>
          <a:xfrm>
            <a:off x="8379877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50" name="Oval 1049"/>
          <p:cNvSpPr/>
          <p:nvPr/>
        </p:nvSpPr>
        <p:spPr>
          <a:xfrm>
            <a:off x="8448253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51" name="Moon 1050"/>
          <p:cNvSpPr/>
          <p:nvPr/>
        </p:nvSpPr>
        <p:spPr>
          <a:xfrm>
            <a:off x="8448253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52" name="Rectangle 1051"/>
          <p:cNvSpPr/>
          <p:nvPr/>
        </p:nvSpPr>
        <p:spPr>
          <a:xfrm>
            <a:off x="8760781" y="1523459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53" name="Oval 1052"/>
          <p:cNvSpPr/>
          <p:nvPr/>
        </p:nvSpPr>
        <p:spPr>
          <a:xfrm>
            <a:off x="8829157" y="1592256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54" name="Moon 1053"/>
          <p:cNvSpPr/>
          <p:nvPr/>
        </p:nvSpPr>
        <p:spPr>
          <a:xfrm>
            <a:off x="8829157" y="1592256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58" name="Rectangle 1057"/>
          <p:cNvSpPr/>
          <p:nvPr/>
        </p:nvSpPr>
        <p:spPr>
          <a:xfrm>
            <a:off x="0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059" name="Oval 1058"/>
          <p:cNvSpPr/>
          <p:nvPr/>
        </p:nvSpPr>
        <p:spPr>
          <a:xfrm>
            <a:off x="68376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60" name="Moon 1059"/>
          <p:cNvSpPr/>
          <p:nvPr/>
        </p:nvSpPr>
        <p:spPr>
          <a:xfrm>
            <a:off x="6837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61" name="Rectangle 1060"/>
          <p:cNvSpPr/>
          <p:nvPr/>
        </p:nvSpPr>
        <p:spPr>
          <a:xfrm>
            <a:off x="380904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062" name="Oval 1061"/>
          <p:cNvSpPr/>
          <p:nvPr/>
        </p:nvSpPr>
        <p:spPr>
          <a:xfrm>
            <a:off x="449280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63" name="Moon 1062"/>
          <p:cNvSpPr/>
          <p:nvPr/>
        </p:nvSpPr>
        <p:spPr>
          <a:xfrm>
            <a:off x="44928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64" name="Rectangle 1063"/>
          <p:cNvSpPr/>
          <p:nvPr/>
        </p:nvSpPr>
        <p:spPr>
          <a:xfrm>
            <a:off x="761807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65" name="Oval 1064"/>
          <p:cNvSpPr/>
          <p:nvPr/>
        </p:nvSpPr>
        <p:spPr>
          <a:xfrm>
            <a:off x="830183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66" name="Moon 1065"/>
          <p:cNvSpPr/>
          <p:nvPr/>
        </p:nvSpPr>
        <p:spPr>
          <a:xfrm>
            <a:off x="83018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67" name="Rectangle 1066"/>
          <p:cNvSpPr/>
          <p:nvPr/>
        </p:nvSpPr>
        <p:spPr>
          <a:xfrm>
            <a:off x="1142711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68" name="Oval 1067"/>
          <p:cNvSpPr/>
          <p:nvPr/>
        </p:nvSpPr>
        <p:spPr>
          <a:xfrm>
            <a:off x="1211087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69" name="Moon 1068"/>
          <p:cNvSpPr/>
          <p:nvPr/>
        </p:nvSpPr>
        <p:spPr>
          <a:xfrm>
            <a:off x="121108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70" name="Rectangle 1069"/>
          <p:cNvSpPr/>
          <p:nvPr/>
        </p:nvSpPr>
        <p:spPr>
          <a:xfrm>
            <a:off x="1523614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71" name="Oval 1070"/>
          <p:cNvSpPr/>
          <p:nvPr/>
        </p:nvSpPr>
        <p:spPr>
          <a:xfrm>
            <a:off x="1591990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72" name="Moon 1071"/>
          <p:cNvSpPr/>
          <p:nvPr/>
        </p:nvSpPr>
        <p:spPr>
          <a:xfrm>
            <a:off x="159199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73" name="Rectangle 1072"/>
          <p:cNvSpPr/>
          <p:nvPr/>
        </p:nvSpPr>
        <p:spPr>
          <a:xfrm>
            <a:off x="1904518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74" name="Oval 1073"/>
          <p:cNvSpPr/>
          <p:nvPr/>
        </p:nvSpPr>
        <p:spPr>
          <a:xfrm>
            <a:off x="1972894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75" name="Moon 1074"/>
          <p:cNvSpPr/>
          <p:nvPr/>
        </p:nvSpPr>
        <p:spPr>
          <a:xfrm>
            <a:off x="1972894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76" name="Rectangle 1075"/>
          <p:cNvSpPr/>
          <p:nvPr/>
        </p:nvSpPr>
        <p:spPr>
          <a:xfrm>
            <a:off x="2285421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77" name="Oval 1076"/>
          <p:cNvSpPr/>
          <p:nvPr/>
        </p:nvSpPr>
        <p:spPr>
          <a:xfrm>
            <a:off x="2353797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78" name="Moon 1077"/>
          <p:cNvSpPr/>
          <p:nvPr/>
        </p:nvSpPr>
        <p:spPr>
          <a:xfrm>
            <a:off x="235379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79" name="Rectangle 1078"/>
          <p:cNvSpPr/>
          <p:nvPr/>
        </p:nvSpPr>
        <p:spPr>
          <a:xfrm>
            <a:off x="2666325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80" name="Oval 1079"/>
          <p:cNvSpPr/>
          <p:nvPr/>
        </p:nvSpPr>
        <p:spPr>
          <a:xfrm>
            <a:off x="2734701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81" name="Moon 1080"/>
          <p:cNvSpPr/>
          <p:nvPr/>
        </p:nvSpPr>
        <p:spPr>
          <a:xfrm>
            <a:off x="2734701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82" name="Rectangle 1081"/>
          <p:cNvSpPr/>
          <p:nvPr/>
        </p:nvSpPr>
        <p:spPr>
          <a:xfrm>
            <a:off x="3047228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83" name="Oval 1082"/>
          <p:cNvSpPr/>
          <p:nvPr/>
        </p:nvSpPr>
        <p:spPr>
          <a:xfrm>
            <a:off x="3115604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84" name="Moon 1083"/>
          <p:cNvSpPr/>
          <p:nvPr/>
        </p:nvSpPr>
        <p:spPr>
          <a:xfrm>
            <a:off x="3115604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85" name="Rectangle 1084"/>
          <p:cNvSpPr/>
          <p:nvPr/>
        </p:nvSpPr>
        <p:spPr>
          <a:xfrm>
            <a:off x="3428132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86" name="Oval 1085"/>
          <p:cNvSpPr/>
          <p:nvPr/>
        </p:nvSpPr>
        <p:spPr>
          <a:xfrm>
            <a:off x="3496508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87" name="Moon 1086"/>
          <p:cNvSpPr/>
          <p:nvPr/>
        </p:nvSpPr>
        <p:spPr>
          <a:xfrm>
            <a:off x="3496508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88" name="Rectangle 1087"/>
          <p:cNvSpPr/>
          <p:nvPr/>
        </p:nvSpPr>
        <p:spPr>
          <a:xfrm>
            <a:off x="3809035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89" name="Oval 1088"/>
          <p:cNvSpPr/>
          <p:nvPr/>
        </p:nvSpPr>
        <p:spPr>
          <a:xfrm>
            <a:off x="3877411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90" name="Moon 1089"/>
          <p:cNvSpPr/>
          <p:nvPr/>
        </p:nvSpPr>
        <p:spPr>
          <a:xfrm>
            <a:off x="3877411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91" name="Rectangle 1090"/>
          <p:cNvSpPr/>
          <p:nvPr/>
        </p:nvSpPr>
        <p:spPr>
          <a:xfrm>
            <a:off x="4189939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92" name="Oval 1091"/>
          <p:cNvSpPr/>
          <p:nvPr/>
        </p:nvSpPr>
        <p:spPr>
          <a:xfrm>
            <a:off x="4258315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93" name="Moon 1092"/>
          <p:cNvSpPr/>
          <p:nvPr/>
        </p:nvSpPr>
        <p:spPr>
          <a:xfrm>
            <a:off x="4258315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94" name="Rectangle 1093"/>
          <p:cNvSpPr/>
          <p:nvPr/>
        </p:nvSpPr>
        <p:spPr>
          <a:xfrm>
            <a:off x="4570842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95" name="Oval 1094"/>
          <p:cNvSpPr/>
          <p:nvPr/>
        </p:nvSpPr>
        <p:spPr>
          <a:xfrm>
            <a:off x="4639218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96" name="Moon 1095"/>
          <p:cNvSpPr/>
          <p:nvPr/>
        </p:nvSpPr>
        <p:spPr>
          <a:xfrm>
            <a:off x="4639218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97" name="Rectangle 1096"/>
          <p:cNvSpPr/>
          <p:nvPr/>
        </p:nvSpPr>
        <p:spPr>
          <a:xfrm>
            <a:off x="4951746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98" name="Oval 1097"/>
          <p:cNvSpPr/>
          <p:nvPr/>
        </p:nvSpPr>
        <p:spPr>
          <a:xfrm>
            <a:off x="5020122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99" name="Moon 1098"/>
          <p:cNvSpPr/>
          <p:nvPr/>
        </p:nvSpPr>
        <p:spPr>
          <a:xfrm>
            <a:off x="5020122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00" name="Rectangle 1099"/>
          <p:cNvSpPr/>
          <p:nvPr/>
        </p:nvSpPr>
        <p:spPr>
          <a:xfrm>
            <a:off x="5332649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01" name="Oval 1100"/>
          <p:cNvSpPr/>
          <p:nvPr/>
        </p:nvSpPr>
        <p:spPr>
          <a:xfrm>
            <a:off x="5401025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02" name="Moon 1101"/>
          <p:cNvSpPr/>
          <p:nvPr/>
        </p:nvSpPr>
        <p:spPr>
          <a:xfrm>
            <a:off x="5401025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03" name="Rectangle 1102"/>
          <p:cNvSpPr/>
          <p:nvPr/>
        </p:nvSpPr>
        <p:spPr>
          <a:xfrm>
            <a:off x="5713553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04" name="Oval 1103"/>
          <p:cNvSpPr/>
          <p:nvPr/>
        </p:nvSpPr>
        <p:spPr>
          <a:xfrm>
            <a:off x="5781929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05" name="Moon 1104"/>
          <p:cNvSpPr/>
          <p:nvPr/>
        </p:nvSpPr>
        <p:spPr>
          <a:xfrm>
            <a:off x="5781929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06" name="Rectangle 1105"/>
          <p:cNvSpPr/>
          <p:nvPr/>
        </p:nvSpPr>
        <p:spPr>
          <a:xfrm>
            <a:off x="6094456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07" name="Oval 1106"/>
          <p:cNvSpPr/>
          <p:nvPr/>
        </p:nvSpPr>
        <p:spPr>
          <a:xfrm>
            <a:off x="6162832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08" name="Moon 1107"/>
          <p:cNvSpPr/>
          <p:nvPr/>
        </p:nvSpPr>
        <p:spPr>
          <a:xfrm>
            <a:off x="6162832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09" name="Rectangle 1108"/>
          <p:cNvSpPr/>
          <p:nvPr/>
        </p:nvSpPr>
        <p:spPr>
          <a:xfrm>
            <a:off x="6475360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10" name="Oval 1109"/>
          <p:cNvSpPr/>
          <p:nvPr/>
        </p:nvSpPr>
        <p:spPr>
          <a:xfrm>
            <a:off x="6543736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11" name="Moon 1110"/>
          <p:cNvSpPr/>
          <p:nvPr/>
        </p:nvSpPr>
        <p:spPr>
          <a:xfrm>
            <a:off x="654373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12" name="Rectangle 1111"/>
          <p:cNvSpPr/>
          <p:nvPr/>
        </p:nvSpPr>
        <p:spPr>
          <a:xfrm>
            <a:off x="6856263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13" name="Oval 1112"/>
          <p:cNvSpPr/>
          <p:nvPr/>
        </p:nvSpPr>
        <p:spPr>
          <a:xfrm>
            <a:off x="6924639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14" name="Moon 1113"/>
          <p:cNvSpPr/>
          <p:nvPr/>
        </p:nvSpPr>
        <p:spPr>
          <a:xfrm>
            <a:off x="6924639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15" name="Rectangle 1114"/>
          <p:cNvSpPr/>
          <p:nvPr/>
        </p:nvSpPr>
        <p:spPr>
          <a:xfrm>
            <a:off x="7237167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16" name="Oval 1115"/>
          <p:cNvSpPr/>
          <p:nvPr/>
        </p:nvSpPr>
        <p:spPr>
          <a:xfrm>
            <a:off x="7305543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17" name="Moon 1116"/>
          <p:cNvSpPr/>
          <p:nvPr/>
        </p:nvSpPr>
        <p:spPr>
          <a:xfrm>
            <a:off x="730554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18" name="Rectangle 1117"/>
          <p:cNvSpPr/>
          <p:nvPr/>
        </p:nvSpPr>
        <p:spPr>
          <a:xfrm>
            <a:off x="7618070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19" name="Oval 1118"/>
          <p:cNvSpPr/>
          <p:nvPr/>
        </p:nvSpPr>
        <p:spPr>
          <a:xfrm>
            <a:off x="7686446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20" name="Moon 1119"/>
          <p:cNvSpPr/>
          <p:nvPr/>
        </p:nvSpPr>
        <p:spPr>
          <a:xfrm>
            <a:off x="7686446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21" name="Rectangle 1120"/>
          <p:cNvSpPr/>
          <p:nvPr/>
        </p:nvSpPr>
        <p:spPr>
          <a:xfrm>
            <a:off x="7998974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22" name="Oval 1121"/>
          <p:cNvSpPr/>
          <p:nvPr/>
        </p:nvSpPr>
        <p:spPr>
          <a:xfrm>
            <a:off x="8067350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23" name="Moon 1122"/>
          <p:cNvSpPr/>
          <p:nvPr/>
        </p:nvSpPr>
        <p:spPr>
          <a:xfrm>
            <a:off x="8067350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24" name="Rectangle 1123"/>
          <p:cNvSpPr/>
          <p:nvPr/>
        </p:nvSpPr>
        <p:spPr>
          <a:xfrm>
            <a:off x="8379877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25" name="Oval 1124"/>
          <p:cNvSpPr/>
          <p:nvPr/>
        </p:nvSpPr>
        <p:spPr>
          <a:xfrm>
            <a:off x="8448253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26" name="Moon 1125"/>
          <p:cNvSpPr/>
          <p:nvPr/>
        </p:nvSpPr>
        <p:spPr>
          <a:xfrm>
            <a:off x="8448253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27" name="Rectangle 1126"/>
          <p:cNvSpPr/>
          <p:nvPr/>
        </p:nvSpPr>
        <p:spPr>
          <a:xfrm>
            <a:off x="8760781" y="1142594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28" name="Oval 1127"/>
          <p:cNvSpPr/>
          <p:nvPr/>
        </p:nvSpPr>
        <p:spPr>
          <a:xfrm>
            <a:off x="8829157" y="1211391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29" name="Moon 1128"/>
          <p:cNvSpPr/>
          <p:nvPr/>
        </p:nvSpPr>
        <p:spPr>
          <a:xfrm>
            <a:off x="8829157" y="1211391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33" name="Rectangle 1132"/>
          <p:cNvSpPr/>
          <p:nvPr/>
        </p:nvSpPr>
        <p:spPr>
          <a:xfrm>
            <a:off x="0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34" name="Oval 1133"/>
          <p:cNvSpPr/>
          <p:nvPr/>
        </p:nvSpPr>
        <p:spPr>
          <a:xfrm>
            <a:off x="68376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35" name="Moon 1134"/>
          <p:cNvSpPr/>
          <p:nvPr/>
        </p:nvSpPr>
        <p:spPr>
          <a:xfrm>
            <a:off x="6837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36" name="Rectangle 1135"/>
          <p:cNvSpPr/>
          <p:nvPr/>
        </p:nvSpPr>
        <p:spPr>
          <a:xfrm>
            <a:off x="380904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37" name="Oval 1136"/>
          <p:cNvSpPr/>
          <p:nvPr/>
        </p:nvSpPr>
        <p:spPr>
          <a:xfrm>
            <a:off x="449280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38" name="Moon 1137"/>
          <p:cNvSpPr/>
          <p:nvPr/>
        </p:nvSpPr>
        <p:spPr>
          <a:xfrm>
            <a:off x="449280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39" name="Rectangle 1138"/>
          <p:cNvSpPr/>
          <p:nvPr/>
        </p:nvSpPr>
        <p:spPr>
          <a:xfrm>
            <a:off x="761807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40" name="Oval 1139"/>
          <p:cNvSpPr/>
          <p:nvPr/>
        </p:nvSpPr>
        <p:spPr>
          <a:xfrm>
            <a:off x="830183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41" name="Moon 1140"/>
          <p:cNvSpPr/>
          <p:nvPr/>
        </p:nvSpPr>
        <p:spPr>
          <a:xfrm>
            <a:off x="830183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42" name="Rectangle 1141"/>
          <p:cNvSpPr/>
          <p:nvPr/>
        </p:nvSpPr>
        <p:spPr>
          <a:xfrm>
            <a:off x="1142711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43" name="Oval 1142"/>
          <p:cNvSpPr/>
          <p:nvPr/>
        </p:nvSpPr>
        <p:spPr>
          <a:xfrm>
            <a:off x="1211087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44" name="Moon 1143"/>
          <p:cNvSpPr/>
          <p:nvPr/>
        </p:nvSpPr>
        <p:spPr>
          <a:xfrm>
            <a:off x="121108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45" name="Rectangle 1144"/>
          <p:cNvSpPr/>
          <p:nvPr/>
        </p:nvSpPr>
        <p:spPr>
          <a:xfrm>
            <a:off x="1523614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46" name="Oval 1145"/>
          <p:cNvSpPr/>
          <p:nvPr/>
        </p:nvSpPr>
        <p:spPr>
          <a:xfrm>
            <a:off x="1591990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47" name="Moon 1146"/>
          <p:cNvSpPr/>
          <p:nvPr/>
        </p:nvSpPr>
        <p:spPr>
          <a:xfrm>
            <a:off x="1591990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48" name="Rectangle 1147"/>
          <p:cNvSpPr/>
          <p:nvPr/>
        </p:nvSpPr>
        <p:spPr>
          <a:xfrm>
            <a:off x="1904518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49" name="Oval 1148"/>
          <p:cNvSpPr/>
          <p:nvPr/>
        </p:nvSpPr>
        <p:spPr>
          <a:xfrm>
            <a:off x="1972894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50" name="Moon 1149"/>
          <p:cNvSpPr/>
          <p:nvPr/>
        </p:nvSpPr>
        <p:spPr>
          <a:xfrm>
            <a:off x="1972894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51" name="Rectangle 1150"/>
          <p:cNvSpPr/>
          <p:nvPr/>
        </p:nvSpPr>
        <p:spPr>
          <a:xfrm>
            <a:off x="2285421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52" name="Oval 1151"/>
          <p:cNvSpPr/>
          <p:nvPr/>
        </p:nvSpPr>
        <p:spPr>
          <a:xfrm>
            <a:off x="2353797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53" name="Moon 1152"/>
          <p:cNvSpPr/>
          <p:nvPr/>
        </p:nvSpPr>
        <p:spPr>
          <a:xfrm>
            <a:off x="235379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54" name="Rectangle 1153"/>
          <p:cNvSpPr/>
          <p:nvPr/>
        </p:nvSpPr>
        <p:spPr>
          <a:xfrm>
            <a:off x="2666325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55" name="Oval 1154"/>
          <p:cNvSpPr/>
          <p:nvPr/>
        </p:nvSpPr>
        <p:spPr>
          <a:xfrm>
            <a:off x="2734701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56" name="Moon 1155"/>
          <p:cNvSpPr/>
          <p:nvPr/>
        </p:nvSpPr>
        <p:spPr>
          <a:xfrm>
            <a:off x="2734701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57" name="Rectangle 1156"/>
          <p:cNvSpPr/>
          <p:nvPr/>
        </p:nvSpPr>
        <p:spPr>
          <a:xfrm>
            <a:off x="3047228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58" name="Oval 1157"/>
          <p:cNvSpPr/>
          <p:nvPr/>
        </p:nvSpPr>
        <p:spPr>
          <a:xfrm>
            <a:off x="3115604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59" name="Moon 1158"/>
          <p:cNvSpPr/>
          <p:nvPr/>
        </p:nvSpPr>
        <p:spPr>
          <a:xfrm>
            <a:off x="3115604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60" name="Rectangle 1159"/>
          <p:cNvSpPr/>
          <p:nvPr/>
        </p:nvSpPr>
        <p:spPr>
          <a:xfrm>
            <a:off x="3428132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61" name="Oval 1160"/>
          <p:cNvSpPr/>
          <p:nvPr/>
        </p:nvSpPr>
        <p:spPr>
          <a:xfrm>
            <a:off x="3496508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62" name="Moon 1161"/>
          <p:cNvSpPr/>
          <p:nvPr/>
        </p:nvSpPr>
        <p:spPr>
          <a:xfrm>
            <a:off x="3496508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63" name="Rectangle 1162"/>
          <p:cNvSpPr/>
          <p:nvPr/>
        </p:nvSpPr>
        <p:spPr>
          <a:xfrm>
            <a:off x="3809035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64" name="Oval 1163"/>
          <p:cNvSpPr/>
          <p:nvPr/>
        </p:nvSpPr>
        <p:spPr>
          <a:xfrm>
            <a:off x="3877411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65" name="Moon 1164"/>
          <p:cNvSpPr/>
          <p:nvPr/>
        </p:nvSpPr>
        <p:spPr>
          <a:xfrm>
            <a:off x="3877411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66" name="Rectangle 1165"/>
          <p:cNvSpPr/>
          <p:nvPr/>
        </p:nvSpPr>
        <p:spPr>
          <a:xfrm>
            <a:off x="4189939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67" name="Oval 1166"/>
          <p:cNvSpPr/>
          <p:nvPr/>
        </p:nvSpPr>
        <p:spPr>
          <a:xfrm>
            <a:off x="4258315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68" name="Moon 1167"/>
          <p:cNvSpPr/>
          <p:nvPr/>
        </p:nvSpPr>
        <p:spPr>
          <a:xfrm>
            <a:off x="4258315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69" name="Rectangle 1168"/>
          <p:cNvSpPr/>
          <p:nvPr/>
        </p:nvSpPr>
        <p:spPr>
          <a:xfrm>
            <a:off x="4570842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0" name="Oval 1169"/>
          <p:cNvSpPr/>
          <p:nvPr/>
        </p:nvSpPr>
        <p:spPr>
          <a:xfrm>
            <a:off x="4639218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1" name="Moon 1170"/>
          <p:cNvSpPr/>
          <p:nvPr/>
        </p:nvSpPr>
        <p:spPr>
          <a:xfrm>
            <a:off x="4639218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2" name="Rectangle 1171"/>
          <p:cNvSpPr/>
          <p:nvPr/>
        </p:nvSpPr>
        <p:spPr>
          <a:xfrm>
            <a:off x="4951746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3" name="Oval 1172"/>
          <p:cNvSpPr/>
          <p:nvPr/>
        </p:nvSpPr>
        <p:spPr>
          <a:xfrm>
            <a:off x="5020122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4" name="Moon 1173"/>
          <p:cNvSpPr/>
          <p:nvPr/>
        </p:nvSpPr>
        <p:spPr>
          <a:xfrm>
            <a:off x="5020122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5" name="Rectangle 1174"/>
          <p:cNvSpPr/>
          <p:nvPr/>
        </p:nvSpPr>
        <p:spPr>
          <a:xfrm>
            <a:off x="5332649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6" name="Oval 1175"/>
          <p:cNvSpPr/>
          <p:nvPr/>
        </p:nvSpPr>
        <p:spPr>
          <a:xfrm>
            <a:off x="5401025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7" name="Moon 1176"/>
          <p:cNvSpPr/>
          <p:nvPr/>
        </p:nvSpPr>
        <p:spPr>
          <a:xfrm>
            <a:off x="5401025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8" name="Rectangle 1177"/>
          <p:cNvSpPr/>
          <p:nvPr/>
        </p:nvSpPr>
        <p:spPr>
          <a:xfrm>
            <a:off x="5713553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9" name="Oval 1178"/>
          <p:cNvSpPr/>
          <p:nvPr/>
        </p:nvSpPr>
        <p:spPr>
          <a:xfrm>
            <a:off x="5781929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80" name="Moon 1179"/>
          <p:cNvSpPr/>
          <p:nvPr/>
        </p:nvSpPr>
        <p:spPr>
          <a:xfrm>
            <a:off x="5781929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81" name="Rectangle 1180"/>
          <p:cNvSpPr/>
          <p:nvPr/>
        </p:nvSpPr>
        <p:spPr>
          <a:xfrm>
            <a:off x="6094456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82" name="Oval 1181"/>
          <p:cNvSpPr/>
          <p:nvPr/>
        </p:nvSpPr>
        <p:spPr>
          <a:xfrm>
            <a:off x="6162832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83" name="Moon 1182"/>
          <p:cNvSpPr/>
          <p:nvPr/>
        </p:nvSpPr>
        <p:spPr>
          <a:xfrm>
            <a:off x="6162832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84" name="Rectangle 1183"/>
          <p:cNvSpPr/>
          <p:nvPr/>
        </p:nvSpPr>
        <p:spPr>
          <a:xfrm>
            <a:off x="6475360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85" name="Oval 1184"/>
          <p:cNvSpPr/>
          <p:nvPr/>
        </p:nvSpPr>
        <p:spPr>
          <a:xfrm>
            <a:off x="6543736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86" name="Moon 1185"/>
          <p:cNvSpPr/>
          <p:nvPr/>
        </p:nvSpPr>
        <p:spPr>
          <a:xfrm>
            <a:off x="654373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87" name="Rectangle 1186"/>
          <p:cNvSpPr/>
          <p:nvPr/>
        </p:nvSpPr>
        <p:spPr>
          <a:xfrm>
            <a:off x="6856263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88" name="Oval 1187"/>
          <p:cNvSpPr/>
          <p:nvPr/>
        </p:nvSpPr>
        <p:spPr>
          <a:xfrm>
            <a:off x="6924639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89" name="Moon 1188"/>
          <p:cNvSpPr/>
          <p:nvPr/>
        </p:nvSpPr>
        <p:spPr>
          <a:xfrm>
            <a:off x="6924639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90" name="Rectangle 1189"/>
          <p:cNvSpPr/>
          <p:nvPr/>
        </p:nvSpPr>
        <p:spPr>
          <a:xfrm>
            <a:off x="7237167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91" name="Oval 1190"/>
          <p:cNvSpPr/>
          <p:nvPr/>
        </p:nvSpPr>
        <p:spPr>
          <a:xfrm>
            <a:off x="7305543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92" name="Moon 1191"/>
          <p:cNvSpPr/>
          <p:nvPr/>
        </p:nvSpPr>
        <p:spPr>
          <a:xfrm>
            <a:off x="7305543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93" name="Rectangle 1192"/>
          <p:cNvSpPr/>
          <p:nvPr/>
        </p:nvSpPr>
        <p:spPr>
          <a:xfrm>
            <a:off x="7618070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94" name="Oval 1193"/>
          <p:cNvSpPr/>
          <p:nvPr/>
        </p:nvSpPr>
        <p:spPr>
          <a:xfrm>
            <a:off x="7686446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95" name="Moon 1194"/>
          <p:cNvSpPr/>
          <p:nvPr/>
        </p:nvSpPr>
        <p:spPr>
          <a:xfrm>
            <a:off x="7686446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96" name="Rectangle 1195"/>
          <p:cNvSpPr/>
          <p:nvPr/>
        </p:nvSpPr>
        <p:spPr>
          <a:xfrm>
            <a:off x="7998974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97" name="Oval 1196"/>
          <p:cNvSpPr/>
          <p:nvPr/>
        </p:nvSpPr>
        <p:spPr>
          <a:xfrm>
            <a:off x="8067350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98" name="Moon 1197"/>
          <p:cNvSpPr/>
          <p:nvPr/>
        </p:nvSpPr>
        <p:spPr>
          <a:xfrm>
            <a:off x="8067350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99" name="Rectangle 1198"/>
          <p:cNvSpPr/>
          <p:nvPr/>
        </p:nvSpPr>
        <p:spPr>
          <a:xfrm>
            <a:off x="8379877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00" name="Oval 1199"/>
          <p:cNvSpPr/>
          <p:nvPr/>
        </p:nvSpPr>
        <p:spPr>
          <a:xfrm>
            <a:off x="8448253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01" name="Moon 1200"/>
          <p:cNvSpPr/>
          <p:nvPr/>
        </p:nvSpPr>
        <p:spPr>
          <a:xfrm>
            <a:off x="8448253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02" name="Rectangle 1201"/>
          <p:cNvSpPr/>
          <p:nvPr/>
        </p:nvSpPr>
        <p:spPr>
          <a:xfrm>
            <a:off x="8760781" y="76173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03" name="Oval 1202"/>
          <p:cNvSpPr/>
          <p:nvPr/>
        </p:nvSpPr>
        <p:spPr>
          <a:xfrm>
            <a:off x="8829157" y="83052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04" name="Moon 1203"/>
          <p:cNvSpPr/>
          <p:nvPr/>
        </p:nvSpPr>
        <p:spPr>
          <a:xfrm>
            <a:off x="8829157" y="83052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08" name="Rectangle 1207"/>
          <p:cNvSpPr/>
          <p:nvPr/>
        </p:nvSpPr>
        <p:spPr>
          <a:xfrm>
            <a:off x="0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09" name="Oval 1208"/>
          <p:cNvSpPr/>
          <p:nvPr/>
        </p:nvSpPr>
        <p:spPr>
          <a:xfrm>
            <a:off x="68376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10" name="Moon 1209"/>
          <p:cNvSpPr/>
          <p:nvPr/>
        </p:nvSpPr>
        <p:spPr>
          <a:xfrm>
            <a:off x="6837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11" name="Rectangle 1210"/>
          <p:cNvSpPr/>
          <p:nvPr/>
        </p:nvSpPr>
        <p:spPr>
          <a:xfrm>
            <a:off x="380904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12" name="Oval 1211"/>
          <p:cNvSpPr/>
          <p:nvPr/>
        </p:nvSpPr>
        <p:spPr>
          <a:xfrm>
            <a:off x="449280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13" name="Moon 1212"/>
          <p:cNvSpPr/>
          <p:nvPr/>
        </p:nvSpPr>
        <p:spPr>
          <a:xfrm>
            <a:off x="44928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14" name="Rectangle 1213"/>
          <p:cNvSpPr/>
          <p:nvPr/>
        </p:nvSpPr>
        <p:spPr>
          <a:xfrm>
            <a:off x="761807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15" name="Oval 1214"/>
          <p:cNvSpPr/>
          <p:nvPr/>
        </p:nvSpPr>
        <p:spPr>
          <a:xfrm>
            <a:off x="830183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16" name="Moon 1215"/>
          <p:cNvSpPr/>
          <p:nvPr/>
        </p:nvSpPr>
        <p:spPr>
          <a:xfrm>
            <a:off x="83018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17" name="Rectangle 1216"/>
          <p:cNvSpPr/>
          <p:nvPr/>
        </p:nvSpPr>
        <p:spPr>
          <a:xfrm>
            <a:off x="1142711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18" name="Oval 1217"/>
          <p:cNvSpPr/>
          <p:nvPr/>
        </p:nvSpPr>
        <p:spPr>
          <a:xfrm>
            <a:off x="1211087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19" name="Moon 1218"/>
          <p:cNvSpPr/>
          <p:nvPr/>
        </p:nvSpPr>
        <p:spPr>
          <a:xfrm>
            <a:off x="121108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20" name="Rectangle 1219"/>
          <p:cNvSpPr/>
          <p:nvPr/>
        </p:nvSpPr>
        <p:spPr>
          <a:xfrm>
            <a:off x="1523614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221" name="Oval 1220"/>
          <p:cNvSpPr/>
          <p:nvPr/>
        </p:nvSpPr>
        <p:spPr>
          <a:xfrm>
            <a:off x="1591990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22" name="Moon 1221"/>
          <p:cNvSpPr/>
          <p:nvPr/>
        </p:nvSpPr>
        <p:spPr>
          <a:xfrm>
            <a:off x="159199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23" name="Rectangle 1222"/>
          <p:cNvSpPr/>
          <p:nvPr/>
        </p:nvSpPr>
        <p:spPr>
          <a:xfrm>
            <a:off x="1904518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224" name="Oval 1223"/>
          <p:cNvSpPr/>
          <p:nvPr/>
        </p:nvSpPr>
        <p:spPr>
          <a:xfrm>
            <a:off x="1972894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25" name="Moon 1224"/>
          <p:cNvSpPr/>
          <p:nvPr/>
        </p:nvSpPr>
        <p:spPr>
          <a:xfrm>
            <a:off x="1972894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26" name="Rectangle 1225"/>
          <p:cNvSpPr/>
          <p:nvPr/>
        </p:nvSpPr>
        <p:spPr>
          <a:xfrm>
            <a:off x="2285421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27" name="Oval 1226"/>
          <p:cNvSpPr/>
          <p:nvPr/>
        </p:nvSpPr>
        <p:spPr>
          <a:xfrm>
            <a:off x="2353797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28" name="Moon 1227"/>
          <p:cNvSpPr/>
          <p:nvPr/>
        </p:nvSpPr>
        <p:spPr>
          <a:xfrm>
            <a:off x="235379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29" name="Rectangle 1228"/>
          <p:cNvSpPr/>
          <p:nvPr/>
        </p:nvSpPr>
        <p:spPr>
          <a:xfrm>
            <a:off x="2666325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30" name="Oval 1229"/>
          <p:cNvSpPr/>
          <p:nvPr/>
        </p:nvSpPr>
        <p:spPr>
          <a:xfrm>
            <a:off x="2734701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31" name="Moon 1230"/>
          <p:cNvSpPr/>
          <p:nvPr/>
        </p:nvSpPr>
        <p:spPr>
          <a:xfrm>
            <a:off x="2734701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32" name="Rectangle 1231"/>
          <p:cNvSpPr/>
          <p:nvPr/>
        </p:nvSpPr>
        <p:spPr>
          <a:xfrm>
            <a:off x="3047228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233" name="Oval 1232"/>
          <p:cNvSpPr/>
          <p:nvPr/>
        </p:nvSpPr>
        <p:spPr>
          <a:xfrm>
            <a:off x="3115604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34" name="Moon 1233"/>
          <p:cNvSpPr/>
          <p:nvPr/>
        </p:nvSpPr>
        <p:spPr>
          <a:xfrm>
            <a:off x="3115604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35" name="Rectangle 1234"/>
          <p:cNvSpPr/>
          <p:nvPr/>
        </p:nvSpPr>
        <p:spPr>
          <a:xfrm>
            <a:off x="3428132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36" name="Oval 1235"/>
          <p:cNvSpPr/>
          <p:nvPr/>
        </p:nvSpPr>
        <p:spPr>
          <a:xfrm>
            <a:off x="3496508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37" name="Moon 1236"/>
          <p:cNvSpPr/>
          <p:nvPr/>
        </p:nvSpPr>
        <p:spPr>
          <a:xfrm>
            <a:off x="3496508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38" name="Rectangle 1237"/>
          <p:cNvSpPr/>
          <p:nvPr/>
        </p:nvSpPr>
        <p:spPr>
          <a:xfrm>
            <a:off x="3809035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39" name="Oval 1238"/>
          <p:cNvSpPr/>
          <p:nvPr/>
        </p:nvSpPr>
        <p:spPr>
          <a:xfrm>
            <a:off x="3877411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40" name="Moon 1239"/>
          <p:cNvSpPr/>
          <p:nvPr/>
        </p:nvSpPr>
        <p:spPr>
          <a:xfrm>
            <a:off x="3877411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41" name="Rectangle 1240"/>
          <p:cNvSpPr/>
          <p:nvPr/>
        </p:nvSpPr>
        <p:spPr>
          <a:xfrm>
            <a:off x="4189939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42" name="Oval 1241"/>
          <p:cNvSpPr/>
          <p:nvPr/>
        </p:nvSpPr>
        <p:spPr>
          <a:xfrm>
            <a:off x="4258315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43" name="Moon 1242"/>
          <p:cNvSpPr/>
          <p:nvPr/>
        </p:nvSpPr>
        <p:spPr>
          <a:xfrm>
            <a:off x="4258315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44" name="Rectangle 1243"/>
          <p:cNvSpPr/>
          <p:nvPr/>
        </p:nvSpPr>
        <p:spPr>
          <a:xfrm>
            <a:off x="4570842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45" name="Oval 1244"/>
          <p:cNvSpPr/>
          <p:nvPr/>
        </p:nvSpPr>
        <p:spPr>
          <a:xfrm>
            <a:off x="4639218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46" name="Moon 1245"/>
          <p:cNvSpPr/>
          <p:nvPr/>
        </p:nvSpPr>
        <p:spPr>
          <a:xfrm>
            <a:off x="4639218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47" name="Rectangle 1246"/>
          <p:cNvSpPr/>
          <p:nvPr/>
        </p:nvSpPr>
        <p:spPr>
          <a:xfrm>
            <a:off x="4951746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248" name="Oval 1247"/>
          <p:cNvSpPr/>
          <p:nvPr/>
        </p:nvSpPr>
        <p:spPr>
          <a:xfrm>
            <a:off x="5020122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49" name="Moon 1248"/>
          <p:cNvSpPr/>
          <p:nvPr/>
        </p:nvSpPr>
        <p:spPr>
          <a:xfrm>
            <a:off x="5020122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50" name="Rectangle 1249"/>
          <p:cNvSpPr/>
          <p:nvPr/>
        </p:nvSpPr>
        <p:spPr>
          <a:xfrm>
            <a:off x="5332649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51" name="Oval 1250"/>
          <p:cNvSpPr/>
          <p:nvPr/>
        </p:nvSpPr>
        <p:spPr>
          <a:xfrm>
            <a:off x="5401025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52" name="Moon 1251"/>
          <p:cNvSpPr/>
          <p:nvPr/>
        </p:nvSpPr>
        <p:spPr>
          <a:xfrm>
            <a:off x="5401025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53" name="Rectangle 1252"/>
          <p:cNvSpPr/>
          <p:nvPr/>
        </p:nvSpPr>
        <p:spPr>
          <a:xfrm>
            <a:off x="5713553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54" name="Oval 1253"/>
          <p:cNvSpPr/>
          <p:nvPr/>
        </p:nvSpPr>
        <p:spPr>
          <a:xfrm>
            <a:off x="5781929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55" name="Moon 1254"/>
          <p:cNvSpPr/>
          <p:nvPr/>
        </p:nvSpPr>
        <p:spPr>
          <a:xfrm>
            <a:off x="5781929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56" name="Rectangle 1255"/>
          <p:cNvSpPr/>
          <p:nvPr/>
        </p:nvSpPr>
        <p:spPr>
          <a:xfrm>
            <a:off x="6094456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57" name="Oval 1256"/>
          <p:cNvSpPr/>
          <p:nvPr/>
        </p:nvSpPr>
        <p:spPr>
          <a:xfrm>
            <a:off x="6162832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58" name="Moon 1257"/>
          <p:cNvSpPr/>
          <p:nvPr/>
        </p:nvSpPr>
        <p:spPr>
          <a:xfrm>
            <a:off x="6162832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59" name="Rectangle 1258"/>
          <p:cNvSpPr/>
          <p:nvPr/>
        </p:nvSpPr>
        <p:spPr>
          <a:xfrm>
            <a:off x="6475360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60" name="Oval 1259"/>
          <p:cNvSpPr/>
          <p:nvPr/>
        </p:nvSpPr>
        <p:spPr>
          <a:xfrm>
            <a:off x="6543736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61" name="Moon 1260"/>
          <p:cNvSpPr/>
          <p:nvPr/>
        </p:nvSpPr>
        <p:spPr>
          <a:xfrm>
            <a:off x="654373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62" name="Rectangle 1261"/>
          <p:cNvSpPr/>
          <p:nvPr/>
        </p:nvSpPr>
        <p:spPr>
          <a:xfrm>
            <a:off x="6856263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63" name="Oval 1262"/>
          <p:cNvSpPr/>
          <p:nvPr/>
        </p:nvSpPr>
        <p:spPr>
          <a:xfrm>
            <a:off x="6924639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64" name="Moon 1263"/>
          <p:cNvSpPr/>
          <p:nvPr/>
        </p:nvSpPr>
        <p:spPr>
          <a:xfrm>
            <a:off x="6924639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65" name="Rectangle 1264"/>
          <p:cNvSpPr/>
          <p:nvPr/>
        </p:nvSpPr>
        <p:spPr>
          <a:xfrm>
            <a:off x="7237167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66" name="Oval 1265"/>
          <p:cNvSpPr/>
          <p:nvPr/>
        </p:nvSpPr>
        <p:spPr>
          <a:xfrm>
            <a:off x="7305543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67" name="Moon 1266"/>
          <p:cNvSpPr/>
          <p:nvPr/>
        </p:nvSpPr>
        <p:spPr>
          <a:xfrm>
            <a:off x="730554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68" name="Rectangle 1267"/>
          <p:cNvSpPr/>
          <p:nvPr/>
        </p:nvSpPr>
        <p:spPr>
          <a:xfrm>
            <a:off x="7618070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69" name="Oval 1268"/>
          <p:cNvSpPr/>
          <p:nvPr/>
        </p:nvSpPr>
        <p:spPr>
          <a:xfrm>
            <a:off x="7686446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70" name="Moon 1269"/>
          <p:cNvSpPr/>
          <p:nvPr/>
        </p:nvSpPr>
        <p:spPr>
          <a:xfrm>
            <a:off x="7686446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71" name="Rectangle 1270"/>
          <p:cNvSpPr/>
          <p:nvPr/>
        </p:nvSpPr>
        <p:spPr>
          <a:xfrm>
            <a:off x="7998974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272" name="Oval 1271"/>
          <p:cNvSpPr/>
          <p:nvPr/>
        </p:nvSpPr>
        <p:spPr>
          <a:xfrm>
            <a:off x="8067350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73" name="Moon 1272"/>
          <p:cNvSpPr/>
          <p:nvPr/>
        </p:nvSpPr>
        <p:spPr>
          <a:xfrm>
            <a:off x="8067350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74" name="Rectangle 1273"/>
          <p:cNvSpPr/>
          <p:nvPr/>
        </p:nvSpPr>
        <p:spPr>
          <a:xfrm>
            <a:off x="8379877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75" name="Oval 1274"/>
          <p:cNvSpPr/>
          <p:nvPr/>
        </p:nvSpPr>
        <p:spPr>
          <a:xfrm>
            <a:off x="8448253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76" name="Moon 1275"/>
          <p:cNvSpPr/>
          <p:nvPr/>
        </p:nvSpPr>
        <p:spPr>
          <a:xfrm>
            <a:off x="8448253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77" name="Rectangle 1276"/>
          <p:cNvSpPr/>
          <p:nvPr/>
        </p:nvSpPr>
        <p:spPr>
          <a:xfrm>
            <a:off x="8760781" y="380865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78" name="Oval 1277"/>
          <p:cNvSpPr/>
          <p:nvPr/>
        </p:nvSpPr>
        <p:spPr>
          <a:xfrm>
            <a:off x="8829157" y="449662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79" name="Moon 1278"/>
          <p:cNvSpPr/>
          <p:nvPr/>
        </p:nvSpPr>
        <p:spPr>
          <a:xfrm>
            <a:off x="8829157" y="449662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83" name="Rectangle 1282"/>
          <p:cNvSpPr/>
          <p:nvPr/>
        </p:nvSpPr>
        <p:spPr>
          <a:xfrm>
            <a:off x="0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84" name="Oval 1283"/>
          <p:cNvSpPr/>
          <p:nvPr/>
        </p:nvSpPr>
        <p:spPr>
          <a:xfrm>
            <a:off x="68376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85" name="Moon 1284"/>
          <p:cNvSpPr/>
          <p:nvPr/>
        </p:nvSpPr>
        <p:spPr>
          <a:xfrm>
            <a:off x="6837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86" name="Rectangle 1285"/>
          <p:cNvSpPr/>
          <p:nvPr/>
        </p:nvSpPr>
        <p:spPr>
          <a:xfrm>
            <a:off x="380904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87" name="Oval 1286"/>
          <p:cNvSpPr/>
          <p:nvPr/>
        </p:nvSpPr>
        <p:spPr>
          <a:xfrm>
            <a:off x="449280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88" name="Moon 1287"/>
          <p:cNvSpPr/>
          <p:nvPr/>
        </p:nvSpPr>
        <p:spPr>
          <a:xfrm>
            <a:off x="44928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89" name="Rectangle 1288"/>
          <p:cNvSpPr/>
          <p:nvPr/>
        </p:nvSpPr>
        <p:spPr>
          <a:xfrm>
            <a:off x="761807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90" name="Oval 1289"/>
          <p:cNvSpPr/>
          <p:nvPr/>
        </p:nvSpPr>
        <p:spPr>
          <a:xfrm>
            <a:off x="830183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91" name="Moon 1290"/>
          <p:cNvSpPr/>
          <p:nvPr/>
        </p:nvSpPr>
        <p:spPr>
          <a:xfrm>
            <a:off x="83018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92" name="Rectangle 1291"/>
          <p:cNvSpPr/>
          <p:nvPr/>
        </p:nvSpPr>
        <p:spPr>
          <a:xfrm>
            <a:off x="1142711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93" name="Oval 1292"/>
          <p:cNvSpPr/>
          <p:nvPr/>
        </p:nvSpPr>
        <p:spPr>
          <a:xfrm>
            <a:off x="1211087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94" name="Moon 1293"/>
          <p:cNvSpPr/>
          <p:nvPr/>
        </p:nvSpPr>
        <p:spPr>
          <a:xfrm>
            <a:off x="121108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95" name="Rectangle 1294"/>
          <p:cNvSpPr/>
          <p:nvPr/>
        </p:nvSpPr>
        <p:spPr>
          <a:xfrm>
            <a:off x="1523614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296" name="Oval 1295"/>
          <p:cNvSpPr/>
          <p:nvPr/>
        </p:nvSpPr>
        <p:spPr>
          <a:xfrm>
            <a:off x="1591990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97" name="Moon 1296"/>
          <p:cNvSpPr/>
          <p:nvPr/>
        </p:nvSpPr>
        <p:spPr>
          <a:xfrm>
            <a:off x="159199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98" name="Rectangle 1297"/>
          <p:cNvSpPr/>
          <p:nvPr/>
        </p:nvSpPr>
        <p:spPr>
          <a:xfrm>
            <a:off x="1904518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299" name="Oval 1298"/>
          <p:cNvSpPr/>
          <p:nvPr/>
        </p:nvSpPr>
        <p:spPr>
          <a:xfrm>
            <a:off x="1972894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00" name="Moon 1299"/>
          <p:cNvSpPr/>
          <p:nvPr/>
        </p:nvSpPr>
        <p:spPr>
          <a:xfrm>
            <a:off x="1972894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01" name="Rectangle 1300"/>
          <p:cNvSpPr/>
          <p:nvPr/>
        </p:nvSpPr>
        <p:spPr>
          <a:xfrm>
            <a:off x="2285421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02" name="Oval 1301"/>
          <p:cNvSpPr/>
          <p:nvPr/>
        </p:nvSpPr>
        <p:spPr>
          <a:xfrm>
            <a:off x="2353797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03" name="Moon 1302"/>
          <p:cNvSpPr/>
          <p:nvPr/>
        </p:nvSpPr>
        <p:spPr>
          <a:xfrm>
            <a:off x="235379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04" name="Rectangle 1303"/>
          <p:cNvSpPr/>
          <p:nvPr/>
        </p:nvSpPr>
        <p:spPr>
          <a:xfrm>
            <a:off x="2666325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05" name="Oval 1304"/>
          <p:cNvSpPr/>
          <p:nvPr/>
        </p:nvSpPr>
        <p:spPr>
          <a:xfrm>
            <a:off x="2734701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06" name="Moon 1305"/>
          <p:cNvSpPr/>
          <p:nvPr/>
        </p:nvSpPr>
        <p:spPr>
          <a:xfrm>
            <a:off x="2734701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07" name="Rectangle 1306"/>
          <p:cNvSpPr/>
          <p:nvPr/>
        </p:nvSpPr>
        <p:spPr>
          <a:xfrm>
            <a:off x="3047228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308" name="Oval 1307"/>
          <p:cNvSpPr/>
          <p:nvPr/>
        </p:nvSpPr>
        <p:spPr>
          <a:xfrm>
            <a:off x="3115604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09" name="Moon 1308"/>
          <p:cNvSpPr/>
          <p:nvPr/>
        </p:nvSpPr>
        <p:spPr>
          <a:xfrm>
            <a:off x="3115604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10" name="Rectangle 1309"/>
          <p:cNvSpPr/>
          <p:nvPr/>
        </p:nvSpPr>
        <p:spPr>
          <a:xfrm>
            <a:off x="3428132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11" name="Oval 1310"/>
          <p:cNvSpPr/>
          <p:nvPr/>
        </p:nvSpPr>
        <p:spPr>
          <a:xfrm>
            <a:off x="3496508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12" name="Moon 1311"/>
          <p:cNvSpPr/>
          <p:nvPr/>
        </p:nvSpPr>
        <p:spPr>
          <a:xfrm>
            <a:off x="3496508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13" name="Rectangle 1312"/>
          <p:cNvSpPr/>
          <p:nvPr/>
        </p:nvSpPr>
        <p:spPr>
          <a:xfrm>
            <a:off x="3809035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14" name="Oval 1313"/>
          <p:cNvSpPr/>
          <p:nvPr/>
        </p:nvSpPr>
        <p:spPr>
          <a:xfrm>
            <a:off x="3877411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15" name="Moon 1314"/>
          <p:cNvSpPr/>
          <p:nvPr/>
        </p:nvSpPr>
        <p:spPr>
          <a:xfrm>
            <a:off x="3877411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16" name="Rectangle 1315"/>
          <p:cNvSpPr/>
          <p:nvPr/>
        </p:nvSpPr>
        <p:spPr>
          <a:xfrm>
            <a:off x="4189939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17" name="Oval 1316"/>
          <p:cNvSpPr/>
          <p:nvPr/>
        </p:nvSpPr>
        <p:spPr>
          <a:xfrm>
            <a:off x="4258315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18" name="Moon 1317"/>
          <p:cNvSpPr/>
          <p:nvPr/>
        </p:nvSpPr>
        <p:spPr>
          <a:xfrm>
            <a:off x="4258315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19" name="Rectangle 1318"/>
          <p:cNvSpPr/>
          <p:nvPr/>
        </p:nvSpPr>
        <p:spPr>
          <a:xfrm>
            <a:off x="4570842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320" name="Oval 1319"/>
          <p:cNvSpPr/>
          <p:nvPr/>
        </p:nvSpPr>
        <p:spPr>
          <a:xfrm>
            <a:off x="4639218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21" name="Moon 1320"/>
          <p:cNvSpPr/>
          <p:nvPr/>
        </p:nvSpPr>
        <p:spPr>
          <a:xfrm>
            <a:off x="4639218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22" name="Rectangle 1321"/>
          <p:cNvSpPr/>
          <p:nvPr/>
        </p:nvSpPr>
        <p:spPr>
          <a:xfrm>
            <a:off x="4951746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23" name="Oval 1322"/>
          <p:cNvSpPr/>
          <p:nvPr/>
        </p:nvSpPr>
        <p:spPr>
          <a:xfrm>
            <a:off x="5020122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24" name="Moon 1323"/>
          <p:cNvSpPr/>
          <p:nvPr/>
        </p:nvSpPr>
        <p:spPr>
          <a:xfrm>
            <a:off x="5020122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25" name="Rectangle 1324"/>
          <p:cNvSpPr/>
          <p:nvPr/>
        </p:nvSpPr>
        <p:spPr>
          <a:xfrm>
            <a:off x="5332649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26" name="Oval 1325"/>
          <p:cNvSpPr/>
          <p:nvPr/>
        </p:nvSpPr>
        <p:spPr>
          <a:xfrm>
            <a:off x="5401025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27" name="Moon 1326"/>
          <p:cNvSpPr/>
          <p:nvPr/>
        </p:nvSpPr>
        <p:spPr>
          <a:xfrm>
            <a:off x="5401025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28" name="Rectangle 1327"/>
          <p:cNvSpPr/>
          <p:nvPr/>
        </p:nvSpPr>
        <p:spPr>
          <a:xfrm>
            <a:off x="5713553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29" name="Oval 1328"/>
          <p:cNvSpPr/>
          <p:nvPr/>
        </p:nvSpPr>
        <p:spPr>
          <a:xfrm>
            <a:off x="5781929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30" name="Moon 1329"/>
          <p:cNvSpPr/>
          <p:nvPr/>
        </p:nvSpPr>
        <p:spPr>
          <a:xfrm>
            <a:off x="5781929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31" name="Rectangle 1330"/>
          <p:cNvSpPr/>
          <p:nvPr/>
        </p:nvSpPr>
        <p:spPr>
          <a:xfrm>
            <a:off x="6094456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32" name="Oval 1331"/>
          <p:cNvSpPr/>
          <p:nvPr/>
        </p:nvSpPr>
        <p:spPr>
          <a:xfrm>
            <a:off x="6162832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33" name="Moon 1332"/>
          <p:cNvSpPr/>
          <p:nvPr/>
        </p:nvSpPr>
        <p:spPr>
          <a:xfrm>
            <a:off x="6162832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34" name="Rectangle 1333"/>
          <p:cNvSpPr/>
          <p:nvPr/>
        </p:nvSpPr>
        <p:spPr>
          <a:xfrm>
            <a:off x="6475360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35" name="Oval 1334"/>
          <p:cNvSpPr/>
          <p:nvPr/>
        </p:nvSpPr>
        <p:spPr>
          <a:xfrm>
            <a:off x="6543736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36" name="Moon 1335"/>
          <p:cNvSpPr/>
          <p:nvPr/>
        </p:nvSpPr>
        <p:spPr>
          <a:xfrm>
            <a:off x="654373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37" name="Rectangle 1336"/>
          <p:cNvSpPr/>
          <p:nvPr/>
        </p:nvSpPr>
        <p:spPr>
          <a:xfrm>
            <a:off x="6856263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38" name="Oval 1337"/>
          <p:cNvSpPr/>
          <p:nvPr/>
        </p:nvSpPr>
        <p:spPr>
          <a:xfrm>
            <a:off x="6924639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39" name="Moon 1338"/>
          <p:cNvSpPr/>
          <p:nvPr/>
        </p:nvSpPr>
        <p:spPr>
          <a:xfrm>
            <a:off x="6924639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40" name="Rectangle 1339"/>
          <p:cNvSpPr/>
          <p:nvPr/>
        </p:nvSpPr>
        <p:spPr>
          <a:xfrm>
            <a:off x="7237167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41" name="Oval 1340"/>
          <p:cNvSpPr/>
          <p:nvPr/>
        </p:nvSpPr>
        <p:spPr>
          <a:xfrm>
            <a:off x="7305543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42" name="Moon 1341"/>
          <p:cNvSpPr/>
          <p:nvPr/>
        </p:nvSpPr>
        <p:spPr>
          <a:xfrm>
            <a:off x="730554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43" name="Rectangle 1342"/>
          <p:cNvSpPr/>
          <p:nvPr/>
        </p:nvSpPr>
        <p:spPr>
          <a:xfrm>
            <a:off x="7618070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44" name="Oval 1343"/>
          <p:cNvSpPr/>
          <p:nvPr/>
        </p:nvSpPr>
        <p:spPr>
          <a:xfrm>
            <a:off x="7686446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45" name="Moon 1344"/>
          <p:cNvSpPr/>
          <p:nvPr/>
        </p:nvSpPr>
        <p:spPr>
          <a:xfrm>
            <a:off x="7686446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46" name="Rectangle 1345"/>
          <p:cNvSpPr/>
          <p:nvPr/>
        </p:nvSpPr>
        <p:spPr>
          <a:xfrm>
            <a:off x="7998974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347" name="Oval 1346"/>
          <p:cNvSpPr/>
          <p:nvPr/>
        </p:nvSpPr>
        <p:spPr>
          <a:xfrm>
            <a:off x="8067350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48" name="Moon 1347"/>
          <p:cNvSpPr/>
          <p:nvPr/>
        </p:nvSpPr>
        <p:spPr>
          <a:xfrm>
            <a:off x="8067350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49" name="Rectangle 1348"/>
          <p:cNvSpPr/>
          <p:nvPr/>
        </p:nvSpPr>
        <p:spPr>
          <a:xfrm>
            <a:off x="8379877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50" name="Oval 1349"/>
          <p:cNvSpPr/>
          <p:nvPr/>
        </p:nvSpPr>
        <p:spPr>
          <a:xfrm>
            <a:off x="8448253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51" name="Moon 1350"/>
          <p:cNvSpPr/>
          <p:nvPr/>
        </p:nvSpPr>
        <p:spPr>
          <a:xfrm>
            <a:off x="8448253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52" name="Rectangle 1351"/>
          <p:cNvSpPr/>
          <p:nvPr/>
        </p:nvSpPr>
        <p:spPr>
          <a:xfrm>
            <a:off x="8760781" y="0"/>
            <a:ext cx="380950" cy="383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53" name="Oval 1352"/>
          <p:cNvSpPr/>
          <p:nvPr/>
        </p:nvSpPr>
        <p:spPr>
          <a:xfrm>
            <a:off x="8829157" y="68797"/>
            <a:ext cx="244199" cy="24570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50800" dir="3000000" algn="ctr" rotWithShape="0">
              <a:schemeClr val="tx1">
                <a:alpha val="5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54" name="Moon 1353"/>
          <p:cNvSpPr/>
          <p:nvPr/>
        </p:nvSpPr>
        <p:spPr>
          <a:xfrm>
            <a:off x="8829157" y="68797"/>
            <a:ext cx="122099" cy="245705"/>
          </a:xfrm>
          <a:prstGeom prst="moon">
            <a:avLst>
              <a:gd name="adj" fmla="val 926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37" name="Rectangle 1736"/>
          <p:cNvSpPr/>
          <p:nvPr userDrawn="1"/>
        </p:nvSpPr>
        <p:spPr>
          <a:xfrm rot="5400000">
            <a:off x="8473620" y="5799924"/>
            <a:ext cx="1839158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/>
                </a:solidFill>
              </a:rPr>
              <a:t>© Copyright Showeet.com</a:t>
            </a:r>
          </a:p>
        </p:txBody>
      </p:sp>
    </p:spTree>
    <p:extLst>
      <p:ext uri="{BB962C8B-B14F-4D97-AF65-F5344CB8AC3E}">
        <p14:creationId xmlns:p14="http://schemas.microsoft.com/office/powerpoint/2010/main" val="45360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327C5-B821-4FE9-A59A-A60D9EB59A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09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0"/>
            <a:ext cx="3851920" cy="6858000"/>
          </a:xfrm>
          <a:prstGeom prst="rect">
            <a:avLst/>
          </a:prstGeom>
          <a:solidFill>
            <a:srgbClr val="1E26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401108" y="821049"/>
            <a:ext cx="432935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909DB3"/>
                </a:solidFill>
                <a:latin typeface="Calibri Light" panose="020F0302020204030204" pitchFamily="34" charset="0"/>
              </a:rPr>
              <a:t>Free creative PowerPoint and Impress templates, charts, diagrams and maps for your outstanding presentations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8884" y="102904"/>
            <a:ext cx="2185416" cy="603504"/>
          </a:xfrm>
          <a:prstGeom prst="rect">
            <a:avLst/>
          </a:prstGeom>
        </p:spPr>
      </p:pic>
      <p:grpSp>
        <p:nvGrpSpPr>
          <p:cNvPr id="17" name="Group 16"/>
          <p:cNvGrpSpPr/>
          <p:nvPr userDrawn="1"/>
        </p:nvGrpSpPr>
        <p:grpSpPr>
          <a:xfrm>
            <a:off x="326747" y="2952726"/>
            <a:ext cx="475488" cy="3067687"/>
            <a:chOff x="4820005" y="2954735"/>
            <a:chExt cx="475488" cy="3067687"/>
          </a:xfrm>
        </p:grpSpPr>
        <p:pic>
          <p:nvPicPr>
            <p:cNvPr id="18" name="Picture 17">
              <a:hlinkClick r:id="rId4"/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0005" y="3602785"/>
              <a:ext cx="470610" cy="470610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0005" y="2954735"/>
              <a:ext cx="470610" cy="470610"/>
            </a:xfrm>
            <a:prstGeom prst="rect">
              <a:avLst/>
            </a:prstGeom>
          </p:spPr>
        </p:pic>
        <p:pic>
          <p:nvPicPr>
            <p:cNvPr id="20" name="Picture 19">
              <a:hlinkClick r:id="rId7"/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0005" y="5551812"/>
              <a:ext cx="470610" cy="470610"/>
            </a:xfrm>
            <a:prstGeom prst="rect">
              <a:avLst/>
            </a:prstGeom>
          </p:spPr>
        </p:pic>
        <p:pic>
          <p:nvPicPr>
            <p:cNvPr id="21" name="Picture 20">
              <a:hlinkClick r:id="rId9"/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0005" y="4903763"/>
              <a:ext cx="470610" cy="470610"/>
            </a:xfrm>
            <a:prstGeom prst="rect">
              <a:avLst/>
            </a:prstGeom>
          </p:spPr>
        </p:pic>
        <p:pic>
          <p:nvPicPr>
            <p:cNvPr id="22" name="Picture 21">
              <a:hlinkClick r:id="rId11"/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20005" y="4250835"/>
              <a:ext cx="475488" cy="475488"/>
            </a:xfrm>
            <a:prstGeom prst="rect">
              <a:avLst/>
            </a:prstGeom>
          </p:spPr>
        </p:pic>
      </p:grpSp>
      <p:sp>
        <p:nvSpPr>
          <p:cNvPr id="23" name="TextBox 22"/>
          <p:cNvSpPr txBox="1"/>
          <p:nvPr userDrawn="1"/>
        </p:nvSpPr>
        <p:spPr>
          <a:xfrm>
            <a:off x="907580" y="3057225"/>
            <a:ext cx="139012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1100" dirty="0" smtClean="0">
                <a:solidFill>
                  <a:prstClr val="white">
                    <a:lumMod val="85000"/>
                  </a:prstClr>
                </a:solidFill>
              </a:rPr>
              <a:t>showeet@ymail.com</a:t>
            </a:r>
            <a:endParaRPr lang="en-US" sz="1100" dirty="0">
              <a:solidFill>
                <a:prstClr val="white">
                  <a:lumMod val="85000"/>
                </a:prstClr>
              </a:solidFill>
            </a:endParaRPr>
          </a:p>
        </p:txBody>
      </p:sp>
      <p:pic>
        <p:nvPicPr>
          <p:cNvPr id="24" name="Picture 23">
            <a:hlinkClick r:id="rId13"/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898038"/>
            <a:ext cx="2493480" cy="2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204863"/>
            <a:ext cx="6858000" cy="1305099"/>
          </a:xfrm>
        </p:spPr>
        <p:txBody>
          <a:bodyPr/>
          <a:lstStyle/>
          <a:p>
            <a:r>
              <a:rPr lang="en-US" dirty="0" smtClean="0"/>
              <a:t>2DGP 1</a:t>
            </a:r>
            <a:r>
              <a:rPr lang="ko-KR" altLang="en-US" dirty="0" smtClean="0"/>
              <a:t>차 발표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437112"/>
            <a:ext cx="6858000" cy="1655762"/>
          </a:xfrm>
        </p:spPr>
        <p:txBody>
          <a:bodyPr/>
          <a:lstStyle/>
          <a:p>
            <a:r>
              <a:rPr lang="en-US" dirty="0" smtClean="0"/>
              <a:t>2016180031 </a:t>
            </a:r>
            <a:r>
              <a:rPr lang="ko-KR" altLang="en-US" dirty="0" smtClean="0"/>
              <a:t>윤석준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33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99592" y="692696"/>
            <a:ext cx="7886700" cy="1325563"/>
          </a:xfrm>
        </p:spPr>
        <p:txBody>
          <a:bodyPr/>
          <a:lstStyle/>
          <a:p>
            <a:r>
              <a:rPr lang="en-US" altLang="ko-KR" dirty="0" smtClean="0"/>
              <a:t>- </a:t>
            </a:r>
            <a:r>
              <a:rPr lang="ko-KR" altLang="en-US" dirty="0" smtClean="0"/>
              <a:t>목차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2DGP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2016180031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2</a:t>
            </a:fld>
            <a:endParaRPr lang="en-US"/>
          </a:p>
        </p:txBody>
      </p:sp>
      <p:sp>
        <p:nvSpPr>
          <p:cNvPr id="7" name="Content Placeholder 1"/>
          <p:cNvSpPr>
            <a:spLocks noGrp="1"/>
          </p:cNvSpPr>
          <p:nvPr>
            <p:ph idx="1"/>
          </p:nvPr>
        </p:nvSpPr>
        <p:spPr>
          <a:xfrm>
            <a:off x="2195736" y="1847851"/>
            <a:ext cx="4087366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3000" spc="100" dirty="0" smtClean="0">
                <a:latin typeface="+mn-ea"/>
                <a:cs typeface="Verdana" charset="0"/>
                <a:sym typeface="Verdana" charset="0"/>
              </a:rPr>
              <a:t> </a:t>
            </a:r>
            <a:r>
              <a:rPr lang="ko-KR" altLang="en-US" sz="3000" spc="100" dirty="0">
                <a:solidFill>
                  <a:schemeClr val="bg1"/>
                </a:solidFill>
                <a:latin typeface="+mn-ea"/>
                <a:cs typeface="Verdana" charset="0"/>
                <a:sym typeface="Verdana" charset="0"/>
              </a:rPr>
              <a:t>게임 </a:t>
            </a:r>
            <a:r>
              <a:rPr lang="ko-KR" altLang="en-US" sz="3000" spc="100" dirty="0" smtClean="0">
                <a:solidFill>
                  <a:schemeClr val="bg1"/>
                </a:solidFill>
                <a:latin typeface="+mn-ea"/>
                <a:cs typeface="Verdana" charset="0"/>
                <a:sym typeface="Verdana" charset="0"/>
              </a:rPr>
              <a:t>컨셉</a:t>
            </a:r>
            <a:endParaRPr lang="ko-KR" altLang="en-US" sz="3000" spc="100" dirty="0">
              <a:solidFill>
                <a:schemeClr val="bg1"/>
              </a:solidFill>
              <a:latin typeface="+mn-ea"/>
              <a:cs typeface="Verdana" charset="0"/>
              <a:sym typeface="Verdana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3000" spc="100" dirty="0" smtClean="0">
                <a:solidFill>
                  <a:schemeClr val="bg1"/>
                </a:solidFill>
                <a:latin typeface="+mn-ea"/>
                <a:cs typeface="Verdana" charset="0"/>
                <a:sym typeface="Verdana" charset="0"/>
              </a:rPr>
              <a:t> </a:t>
            </a:r>
            <a:r>
              <a:rPr lang="ko-KR" altLang="en-US" sz="3000" spc="100" dirty="0" smtClean="0">
                <a:solidFill>
                  <a:schemeClr val="bg1"/>
                </a:solidFill>
                <a:latin typeface="+mn-ea"/>
                <a:cs typeface="Verdana" charset="0"/>
                <a:sym typeface="Verdana" charset="0"/>
              </a:rPr>
              <a:t>게임 흐름</a:t>
            </a:r>
            <a:endParaRPr lang="ko-KR" altLang="en-US" sz="3000" spc="100" dirty="0">
              <a:solidFill>
                <a:schemeClr val="bg1"/>
              </a:solidFill>
              <a:latin typeface="+mn-ea"/>
              <a:cs typeface="Verdana" charset="0"/>
              <a:sym typeface="Verdana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3000" spc="100" dirty="0" smtClean="0">
                <a:solidFill>
                  <a:schemeClr val="bg1"/>
                </a:solidFill>
                <a:latin typeface="+mn-ea"/>
                <a:cs typeface="Verdana" charset="0"/>
                <a:sym typeface="Verdana" charset="0"/>
              </a:rPr>
              <a:t> </a:t>
            </a:r>
            <a:r>
              <a:rPr lang="ko-KR" altLang="en-US" sz="3000" spc="100" dirty="0" smtClean="0">
                <a:solidFill>
                  <a:schemeClr val="bg1"/>
                </a:solidFill>
                <a:latin typeface="+mn-ea"/>
                <a:cs typeface="Verdana" charset="0"/>
                <a:sym typeface="Verdana" charset="0"/>
              </a:rPr>
              <a:t>개발 범위</a:t>
            </a:r>
            <a:endParaRPr lang="ko-KR" altLang="en-US" sz="3000" spc="100" dirty="0">
              <a:solidFill>
                <a:schemeClr val="bg1"/>
              </a:solidFill>
              <a:latin typeface="+mn-ea"/>
              <a:cs typeface="Verdana" charset="0"/>
              <a:sym typeface="Verdana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3000" spc="100" dirty="0" smtClean="0">
                <a:solidFill>
                  <a:schemeClr val="bg1"/>
                </a:solidFill>
                <a:latin typeface="+mn-ea"/>
                <a:cs typeface="Verdana" charset="0"/>
                <a:sym typeface="Verdana" charset="0"/>
              </a:rPr>
              <a:t> </a:t>
            </a:r>
            <a:r>
              <a:rPr lang="ko-KR" altLang="en-US" sz="3000" spc="100" dirty="0" smtClean="0">
                <a:solidFill>
                  <a:schemeClr val="bg1"/>
                </a:solidFill>
                <a:latin typeface="+mn-ea"/>
                <a:cs typeface="Verdana" charset="0"/>
                <a:sym typeface="Verdana" charset="0"/>
              </a:rPr>
              <a:t>개발 일정</a:t>
            </a:r>
            <a:endParaRPr lang="ko-KR" altLang="en-US" sz="3000" spc="100" dirty="0">
              <a:solidFill>
                <a:schemeClr val="bg1"/>
              </a:solidFill>
              <a:latin typeface="+mn-ea"/>
              <a:cs typeface="Verdana" charset="0"/>
              <a:sym typeface="Verdana" charset="0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3000" spc="100" dirty="0" smtClean="0">
                <a:solidFill>
                  <a:schemeClr val="bg1"/>
                </a:solidFill>
                <a:latin typeface="+mn-ea"/>
                <a:cs typeface="Verdana" charset="0"/>
                <a:sym typeface="Verdana" charset="0"/>
              </a:rPr>
              <a:t> </a:t>
            </a:r>
            <a:r>
              <a:rPr lang="ko-KR" altLang="en-US" sz="3000" spc="100" dirty="0">
                <a:solidFill>
                  <a:schemeClr val="bg1"/>
                </a:solidFill>
                <a:latin typeface="+mn-ea"/>
                <a:cs typeface="Verdana" charset="0"/>
                <a:sym typeface="Verdana" charset="0"/>
              </a:rPr>
              <a:t>자체 평가</a:t>
            </a:r>
          </a:p>
          <a:p>
            <a:pPr marL="0" indent="0" algn="just">
              <a:spcBef>
                <a:spcPts val="1000"/>
              </a:spcBef>
              <a:buNone/>
            </a:pPr>
            <a:endParaRPr lang="en-US" sz="1400" dirty="0">
              <a:latin typeface="Verdana" charset="0"/>
              <a:ea typeface="Verdana" charset="0"/>
              <a:cs typeface="Verdana" charset="0"/>
              <a:sym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1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- Game Concept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2DGP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2016180031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3</a:t>
            </a:fld>
            <a:endParaRPr lang="en-US"/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690689"/>
            <a:ext cx="2445785" cy="4351338"/>
          </a:xfrm>
          <a:prstGeom prst="rect">
            <a:avLst/>
          </a:prstGeom>
        </p:spPr>
      </p:pic>
      <p:sp>
        <p:nvSpPr>
          <p:cNvPr id="10" name="내용 개체 틀 1"/>
          <p:cNvSpPr txBox="1">
            <a:spLocks/>
          </p:cNvSpPr>
          <p:nvPr/>
        </p:nvSpPr>
        <p:spPr>
          <a:xfrm>
            <a:off x="3982741" y="2003904"/>
            <a:ext cx="4608512" cy="41602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 smtClean="0">
                <a:solidFill>
                  <a:schemeClr val="bg1"/>
                </a:solidFill>
              </a:rPr>
              <a:t>- </a:t>
            </a:r>
            <a:r>
              <a:rPr lang="ko-KR" altLang="en-US" dirty="0" smtClean="0">
                <a:solidFill>
                  <a:schemeClr val="bg1"/>
                </a:solidFill>
              </a:rPr>
              <a:t>모바일 게임 </a:t>
            </a:r>
            <a:r>
              <a:rPr lang="en-US" altLang="ko-KR" dirty="0" smtClean="0">
                <a:solidFill>
                  <a:schemeClr val="bg1"/>
                </a:solidFill>
              </a:rPr>
              <a:t>&lt;</a:t>
            </a:r>
            <a:r>
              <a:rPr lang="ko-KR" altLang="en-US" dirty="0" smtClean="0">
                <a:solidFill>
                  <a:schemeClr val="bg1"/>
                </a:solidFill>
              </a:rPr>
              <a:t>무한의 계단</a:t>
            </a:r>
            <a:r>
              <a:rPr lang="en-US" altLang="ko-KR" dirty="0" smtClean="0">
                <a:solidFill>
                  <a:schemeClr val="bg1"/>
                </a:solidFill>
              </a:rPr>
              <a:t>&gt; </a:t>
            </a:r>
            <a:r>
              <a:rPr lang="ko-KR" altLang="en-US" dirty="0" smtClean="0">
                <a:solidFill>
                  <a:schemeClr val="bg1"/>
                </a:solidFill>
              </a:rPr>
              <a:t>모작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70975" y="2733143"/>
            <a:ext cx="36881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solidFill>
                  <a:schemeClr val="bg1"/>
                </a:solidFill>
              </a:rPr>
              <a:t>단순한 조작에  </a:t>
            </a:r>
            <a:r>
              <a:rPr lang="ko-KR" altLang="en-US" dirty="0">
                <a:solidFill>
                  <a:schemeClr val="bg1"/>
                </a:solidFill>
              </a:rPr>
              <a:t>중독성 있는</a:t>
            </a:r>
            <a:endParaRPr lang="en-US" altLang="ko-K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모바일 게임인 </a:t>
            </a:r>
            <a:r>
              <a:rPr lang="en-US" altLang="ko-KR" dirty="0">
                <a:solidFill>
                  <a:schemeClr val="bg1"/>
                </a:solidFill>
              </a:rPr>
              <a:t>&lt;</a:t>
            </a:r>
            <a:r>
              <a:rPr lang="ko-KR" altLang="en-US" dirty="0">
                <a:solidFill>
                  <a:schemeClr val="bg1"/>
                </a:solidFill>
              </a:rPr>
              <a:t>무한의 계단</a:t>
            </a:r>
            <a:r>
              <a:rPr lang="en-US" altLang="ko-KR" dirty="0">
                <a:solidFill>
                  <a:schemeClr val="bg1"/>
                </a:solidFill>
              </a:rPr>
              <a:t>&gt;</a:t>
            </a:r>
            <a:r>
              <a:rPr lang="ko-KR" altLang="en-US" dirty="0">
                <a:solidFill>
                  <a:schemeClr val="bg1"/>
                </a:solidFill>
              </a:rPr>
              <a:t>의 </a:t>
            </a:r>
            <a:r>
              <a:rPr lang="ko-KR" altLang="en-US" dirty="0" smtClean="0">
                <a:solidFill>
                  <a:schemeClr val="bg1"/>
                </a:solidFill>
              </a:rPr>
              <a:t>게임 형식을 </a:t>
            </a:r>
            <a:r>
              <a:rPr lang="ko-KR" altLang="en-US" dirty="0">
                <a:solidFill>
                  <a:schemeClr val="bg1"/>
                </a:solidFill>
              </a:rPr>
              <a:t>모방하여 </a:t>
            </a:r>
            <a:r>
              <a:rPr lang="en-US" altLang="ko-KR" dirty="0">
                <a:solidFill>
                  <a:schemeClr val="bg1"/>
                </a:solidFill>
              </a:rPr>
              <a:t>PC</a:t>
            </a:r>
            <a:r>
              <a:rPr lang="ko-KR" altLang="en-US" dirty="0">
                <a:solidFill>
                  <a:schemeClr val="bg1"/>
                </a:solidFill>
              </a:rPr>
              <a:t>게임으로 </a:t>
            </a:r>
            <a:r>
              <a:rPr lang="ko-KR" altLang="en-US" dirty="0" smtClean="0">
                <a:solidFill>
                  <a:schemeClr val="bg1"/>
                </a:solidFill>
              </a:rPr>
              <a:t>구현하여 본다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352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- Execution Flow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2DGP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2016180031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4</a:t>
            </a:fld>
            <a:endParaRPr 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20" y="1835980"/>
            <a:ext cx="2434530" cy="4401332"/>
          </a:xfrm>
          <a:prstGeom prst="rect">
            <a:avLst/>
          </a:prstGeom>
        </p:spPr>
      </p:pic>
      <p:sp>
        <p:nvSpPr>
          <p:cNvPr id="12" name="내용 개체 틀 1"/>
          <p:cNvSpPr txBox="1">
            <a:spLocks/>
          </p:cNvSpPr>
          <p:nvPr/>
        </p:nvSpPr>
        <p:spPr>
          <a:xfrm>
            <a:off x="3801417" y="4249161"/>
            <a:ext cx="2187913" cy="4160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 smtClean="0">
                <a:solidFill>
                  <a:schemeClr val="bg1"/>
                </a:solidFill>
              </a:rPr>
              <a:t>플레이 화면 </a:t>
            </a:r>
            <a:r>
              <a:rPr lang="en-US" altLang="ko-KR" sz="2400" dirty="0" smtClean="0">
                <a:solidFill>
                  <a:schemeClr val="bg1"/>
                </a:solidFill>
              </a:rPr>
              <a:t>-&gt;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2205420" y="5312916"/>
            <a:ext cx="936104" cy="936104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오른쪽 화살표 16"/>
          <p:cNvSpPr/>
          <p:nvPr/>
        </p:nvSpPr>
        <p:spPr>
          <a:xfrm>
            <a:off x="3674211" y="5060888"/>
            <a:ext cx="1584176" cy="504056"/>
          </a:xfrm>
          <a:prstGeom prst="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470" y="687712"/>
            <a:ext cx="2955352" cy="5668639"/>
          </a:xfrm>
          <a:prstGeom prst="rect">
            <a:avLst/>
          </a:prstGeom>
        </p:spPr>
      </p:pic>
      <p:sp>
        <p:nvSpPr>
          <p:cNvPr id="20" name="내용 개체 틀 1"/>
          <p:cNvSpPr txBox="1">
            <a:spLocks/>
          </p:cNvSpPr>
          <p:nvPr/>
        </p:nvSpPr>
        <p:spPr>
          <a:xfrm>
            <a:off x="2918846" y="2066072"/>
            <a:ext cx="2077037" cy="4160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 smtClean="0">
                <a:solidFill>
                  <a:schemeClr val="bg1"/>
                </a:solidFill>
              </a:rPr>
              <a:t>&lt;- </a:t>
            </a:r>
            <a:r>
              <a:rPr lang="ko-KR" altLang="en-US" sz="2400" dirty="0" smtClean="0">
                <a:solidFill>
                  <a:schemeClr val="bg1"/>
                </a:solidFill>
              </a:rPr>
              <a:t>메인 화면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5989330" y="4992755"/>
            <a:ext cx="1030942" cy="1172549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7982336" y="4992755"/>
            <a:ext cx="1030942" cy="1172549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4813661" y="5875722"/>
            <a:ext cx="1199563" cy="385105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방향전환</a:t>
            </a:r>
            <a:endParaRPr lang="ko-KR" altLang="en-US" sz="2000" dirty="0"/>
          </a:p>
        </p:txBody>
      </p:sp>
      <p:sp>
        <p:nvSpPr>
          <p:cNvPr id="26" name="직사각형 25"/>
          <p:cNvSpPr/>
          <p:nvPr/>
        </p:nvSpPr>
        <p:spPr>
          <a:xfrm>
            <a:off x="7982336" y="4512126"/>
            <a:ext cx="1029714" cy="38510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/>
              <a:t>전진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3580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48201"/>
            <a:ext cx="7380312" cy="917275"/>
          </a:xfrm>
        </p:spPr>
        <p:txBody>
          <a:bodyPr/>
          <a:lstStyle/>
          <a:p>
            <a:r>
              <a:rPr lang="en-US" dirty="0" smtClean="0"/>
              <a:t> - Execution Flow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2DGP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2016180031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5</a:t>
            </a:fld>
            <a:endParaRPr 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87" y="1124742"/>
            <a:ext cx="2694202" cy="507234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785" y="1124742"/>
            <a:ext cx="2788811" cy="507234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768" y="1124742"/>
            <a:ext cx="2748720" cy="507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7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653" y="59901"/>
            <a:ext cx="7886700" cy="1325563"/>
          </a:xfrm>
        </p:spPr>
        <p:txBody>
          <a:bodyPr/>
          <a:lstStyle/>
          <a:p>
            <a:r>
              <a:rPr lang="en-US" dirty="0" smtClean="0"/>
              <a:t>- Develop Range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2DGP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2016180031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729801"/>
              </p:ext>
            </p:extLst>
          </p:nvPr>
        </p:nvGraphicFramePr>
        <p:xfrm>
          <a:off x="628650" y="1196750"/>
          <a:ext cx="8119814" cy="5419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121">
                  <a:extLst>
                    <a:ext uri="{9D8B030D-6E8A-4147-A177-3AD203B41FA5}">
                      <a16:colId xmlns:a16="http://schemas.microsoft.com/office/drawing/2014/main" val="5691525"/>
                    </a:ext>
                  </a:extLst>
                </a:gridCol>
                <a:gridCol w="2994182">
                  <a:extLst>
                    <a:ext uri="{9D8B030D-6E8A-4147-A177-3AD203B41FA5}">
                      <a16:colId xmlns:a16="http://schemas.microsoft.com/office/drawing/2014/main" val="3206864517"/>
                    </a:ext>
                  </a:extLst>
                </a:gridCol>
                <a:gridCol w="3129511">
                  <a:extLst>
                    <a:ext uri="{9D8B030D-6E8A-4147-A177-3AD203B41FA5}">
                      <a16:colId xmlns:a16="http://schemas.microsoft.com/office/drawing/2014/main" val="1096917111"/>
                    </a:ext>
                  </a:extLst>
                </a:gridCol>
              </a:tblGrid>
              <a:tr h="544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+mj-ea"/>
                          <a:ea typeface="+mj-ea"/>
                        </a:rPr>
                        <a:t>내용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lumMod val="67000"/>
                          </a:schemeClr>
                        </a:gs>
                        <a:gs pos="48000">
                          <a:schemeClr val="accent1">
                            <a:lumMod val="97000"/>
                            <a:lumOff val="3000"/>
                          </a:schemeClr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+mj-ea"/>
                          <a:ea typeface="+mj-ea"/>
                        </a:rPr>
                        <a:t>최소 범위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lumMod val="67000"/>
                          </a:schemeClr>
                        </a:gs>
                        <a:gs pos="48000">
                          <a:schemeClr val="accent1">
                            <a:lumMod val="97000"/>
                            <a:lumOff val="3000"/>
                          </a:schemeClr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+mj-ea"/>
                          <a:ea typeface="+mj-ea"/>
                        </a:rPr>
                        <a:t>추가 범위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lumMod val="67000"/>
                          </a:schemeClr>
                        </a:gs>
                        <a:gs pos="48000">
                          <a:schemeClr val="accent1">
                            <a:lumMod val="97000"/>
                            <a:lumOff val="3000"/>
                          </a:schemeClr>
                        </a:gs>
                        <a:gs pos="100000">
                          <a:schemeClr val="accent1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98314979"/>
                  </a:ext>
                </a:extLst>
              </a:tr>
              <a:tr h="544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latin typeface="+mn-ea"/>
                          <a:ea typeface="+mn-ea"/>
                        </a:rPr>
                        <a:t>캐릭터 컨트롤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600" dirty="0" smtClean="0"/>
                        <a:t>2</a:t>
                      </a:r>
                      <a:r>
                        <a:rPr lang="ko-KR" altLang="en-US" sz="1600" dirty="0" smtClean="0"/>
                        <a:t>방향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좌</a:t>
                      </a:r>
                      <a:r>
                        <a:rPr lang="en-US" altLang="ko-KR" sz="1600" dirty="0" smtClean="0"/>
                        <a:t>,</a:t>
                      </a:r>
                      <a:r>
                        <a:rPr lang="ko-KR" altLang="en-US" sz="1600" dirty="0" smtClean="0"/>
                        <a:t>우</a:t>
                      </a:r>
                      <a:r>
                        <a:rPr lang="en-US" altLang="ko-KR" sz="1600" dirty="0" smtClean="0"/>
                        <a:t>) / </a:t>
                      </a:r>
                      <a:r>
                        <a:rPr lang="ko-KR" altLang="en-US" sz="1600" dirty="0" smtClean="0"/>
                        <a:t>지정된 키로 조작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/>
                        <a:t>마우스 입력 조작 가능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1179583"/>
                  </a:ext>
                </a:extLst>
              </a:tr>
              <a:tr h="544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latin typeface="+mn-ea"/>
                          <a:ea typeface="+mn-ea"/>
                        </a:rPr>
                        <a:t>캐릭터 기술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/>
                        <a:t>전진 및 방향 전환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/>
                        <a:t>생존 스킬</a:t>
                      </a:r>
                      <a:r>
                        <a:rPr lang="ko-KR" altLang="en-US" sz="1600" baseline="0" dirty="0" smtClean="0"/>
                        <a:t> 추가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1513962"/>
                  </a:ext>
                </a:extLst>
              </a:tr>
              <a:tr h="544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latin typeface="+mn-ea"/>
                          <a:ea typeface="+mn-ea"/>
                        </a:rPr>
                        <a:t>맵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/>
                        <a:t>단일 맵 이지만</a:t>
                      </a:r>
                      <a:r>
                        <a:rPr lang="en-US" altLang="ko-KR" sz="1600" dirty="0" smtClean="0"/>
                        <a:t>,  </a:t>
                      </a:r>
                      <a:r>
                        <a:rPr lang="ko-KR" altLang="en-US" sz="1600" dirty="0" smtClean="0"/>
                        <a:t>매번 </a:t>
                      </a:r>
                      <a:r>
                        <a:rPr lang="ko-KR" altLang="en-US" sz="1600" dirty="0" err="1" smtClean="0"/>
                        <a:t>재시작시</a:t>
                      </a:r>
                      <a:r>
                        <a:rPr lang="ko-KR" altLang="en-US" sz="1600" dirty="0" smtClean="0"/>
                        <a:t> 계단의 랜덤 구성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9472520"/>
                  </a:ext>
                </a:extLst>
              </a:tr>
              <a:tr h="544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latin typeface="+mn-ea"/>
                          <a:ea typeface="+mn-ea"/>
                        </a:rPr>
                        <a:t>적 </a:t>
                      </a:r>
                      <a:r>
                        <a:rPr lang="en-US" altLang="ko-KR" b="1" dirty="0" smtClean="0">
                          <a:latin typeface="+mn-ea"/>
                          <a:ea typeface="+mn-ea"/>
                        </a:rPr>
                        <a:t>AI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/>
                        <a:t>적 존재 하지 않음</a:t>
                      </a:r>
                      <a:endParaRPr lang="ko-KR" altLang="en-US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597872"/>
                  </a:ext>
                </a:extLst>
              </a:tr>
              <a:tr h="544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latin typeface="+mn-ea"/>
                          <a:ea typeface="+mn-ea"/>
                        </a:rPr>
                        <a:t>난이도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/>
                        <a:t>난이도 </a:t>
                      </a:r>
                      <a:r>
                        <a:rPr lang="ko-KR" altLang="en-US" sz="1600" dirty="0" err="1" smtClean="0"/>
                        <a:t>증가시</a:t>
                      </a:r>
                      <a:r>
                        <a:rPr lang="ko-KR" altLang="en-US" sz="1600" dirty="0" smtClean="0"/>
                        <a:t>  제한 시간 단축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/>
                        <a:t>계단 방향 전환의 빈도 증가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808882"/>
                  </a:ext>
                </a:extLst>
              </a:tr>
              <a:tr h="544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latin typeface="+mn-ea"/>
                          <a:ea typeface="+mn-ea"/>
                        </a:rPr>
                        <a:t>게임</a:t>
                      </a:r>
                      <a:r>
                        <a:rPr lang="ko-KR" altLang="en-US" b="1" baseline="0" dirty="0" smtClean="0">
                          <a:latin typeface="+mn-ea"/>
                          <a:ea typeface="+mn-ea"/>
                        </a:rPr>
                        <a:t> 기능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/>
                        <a:t>전진과 방향전환을 이용하여 제한시간 이내에 방향을 틀리지 않고 최대한 많이 계단 위로 올라갈 것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/>
                        <a:t>제한 시간 바 증가 아이템 또는 일정 시간 무적 아이템</a:t>
                      </a:r>
                      <a:r>
                        <a:rPr lang="ko-KR" altLang="en-US" sz="1600" baseline="0" dirty="0" smtClean="0"/>
                        <a:t>을 획득</a:t>
                      </a:r>
                      <a:r>
                        <a:rPr lang="en-US" altLang="ko-KR" sz="1600" baseline="0" dirty="0" smtClean="0"/>
                        <a:t>, </a:t>
                      </a:r>
                      <a:r>
                        <a:rPr lang="ko-KR" altLang="en-US" sz="1600" baseline="0" dirty="0" smtClean="0"/>
                        <a:t>활용 가능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094062"/>
                  </a:ext>
                </a:extLst>
              </a:tr>
              <a:tr h="544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latin typeface="+mn-ea"/>
                          <a:ea typeface="+mn-ea"/>
                        </a:rPr>
                        <a:t>사운드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/>
                        <a:t>진행 시 배경음악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/>
                        <a:t>게임 오버 시 특수 사운드 추가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38023"/>
                  </a:ext>
                </a:extLst>
              </a:tr>
              <a:tr h="5440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latin typeface="+mn-ea"/>
                          <a:ea typeface="+mn-ea"/>
                        </a:rPr>
                        <a:t>애니메이션</a:t>
                      </a:r>
                      <a:endParaRPr lang="ko-KR" altLang="en-US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/>
                        <a:t>전진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err="1" smtClean="0"/>
                        <a:t>방향전환시</a:t>
                      </a:r>
                      <a:r>
                        <a:rPr lang="ko-KR" altLang="en-US" sz="1600" dirty="0" smtClean="0"/>
                        <a:t> 모션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/>
                        <a:t>게임 </a:t>
                      </a:r>
                      <a:r>
                        <a:rPr lang="ko-KR" altLang="en-US" sz="1600" dirty="0" err="1" smtClean="0"/>
                        <a:t>실패시</a:t>
                      </a:r>
                      <a:r>
                        <a:rPr lang="ko-KR" altLang="en-US" sz="1600" dirty="0" smtClean="0"/>
                        <a:t> 모션 추가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777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74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14947" y="-14067"/>
            <a:ext cx="4658955" cy="706764"/>
          </a:xfrm>
        </p:spPr>
        <p:txBody>
          <a:bodyPr/>
          <a:lstStyle/>
          <a:p>
            <a:r>
              <a:rPr lang="en-US" dirty="0" smtClean="0"/>
              <a:t>- Develop Schedule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2DGP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2016180031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340915"/>
              </p:ext>
            </p:extLst>
          </p:nvPr>
        </p:nvGraphicFramePr>
        <p:xfrm>
          <a:off x="539552" y="828359"/>
          <a:ext cx="8208912" cy="5897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418054974"/>
                    </a:ext>
                  </a:extLst>
                </a:gridCol>
                <a:gridCol w="2520279">
                  <a:extLst>
                    <a:ext uri="{9D8B030D-6E8A-4147-A177-3AD203B41FA5}">
                      <a16:colId xmlns:a16="http://schemas.microsoft.com/office/drawing/2014/main" val="1186470727"/>
                    </a:ext>
                  </a:extLst>
                </a:gridCol>
                <a:gridCol w="4320481">
                  <a:extLst>
                    <a:ext uri="{9D8B030D-6E8A-4147-A177-3AD203B41FA5}">
                      <a16:colId xmlns:a16="http://schemas.microsoft.com/office/drawing/2014/main" val="675035096"/>
                    </a:ext>
                  </a:extLst>
                </a:gridCol>
              </a:tblGrid>
              <a:tr h="624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주차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리소스 수집 및</a:t>
                      </a:r>
                      <a:endParaRPr lang="en-US" altLang="ko-KR" b="1" dirty="0" smtClean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just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인터페이스 설계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구현에 필요한 리소스 수집 및 화면 설계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781394"/>
                  </a:ext>
                </a:extLst>
              </a:tr>
              <a:tr h="624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주차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맵 랜덤 생성</a:t>
                      </a:r>
                      <a:r>
                        <a:rPr lang="ko-KR" altLang="en-US" b="1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알고리즘 탐색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err="1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맵이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ko-KR" altLang="en-US" b="1" dirty="0" err="1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재시작시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랜덤으로 구성되도록 하는 알고리즘 탐색 및 구현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338191"/>
                  </a:ext>
                </a:extLst>
              </a:tr>
              <a:tr h="624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주차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캐릭터 적용 및 애니메이션 구현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캐릭터를 </a:t>
                      </a:r>
                      <a:r>
                        <a:rPr lang="ko-KR" altLang="en-US" b="1" dirty="0" err="1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맵에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적용 및 전진</a:t>
                      </a:r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/</a:t>
                      </a:r>
                      <a:r>
                        <a:rPr lang="ko-KR" altLang="en-US" b="1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방향전환 알고리즘 탐색 및 구현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416096"/>
                  </a:ext>
                </a:extLst>
              </a:tr>
              <a:tr h="7524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주차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키보드 및 마우스 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커맨드</a:t>
                      </a:r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/</a:t>
                      </a:r>
                      <a:r>
                        <a:rPr lang="en-US" altLang="ko-KR" b="1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ko-KR" altLang="en-US" b="1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스킬 적용 및 구현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키보드와 마우스 커맨드 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구현</a:t>
                      </a:r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/ 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스킬 알고리즘 탐색 및 구현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084835"/>
                  </a:ext>
                </a:extLst>
              </a:tr>
              <a:tr h="6163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주차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메인 화면</a:t>
                      </a:r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/</a:t>
                      </a:r>
                      <a:r>
                        <a:rPr lang="ko-KR" altLang="en-US" b="1" dirty="0" err="1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종료화면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err="1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메인화면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및 </a:t>
                      </a:r>
                      <a:r>
                        <a:rPr lang="ko-KR" altLang="en-US" b="1" dirty="0" err="1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종료화면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제작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538655"/>
                  </a:ext>
                </a:extLst>
              </a:tr>
              <a:tr h="8256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6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주차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err="1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기록화면</a:t>
                      </a:r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/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사운드 제작 및 인터페이스 총 점검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err="1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기록화면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제작과 미완성 인터페이스 점검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091017"/>
                  </a:ext>
                </a:extLst>
              </a:tr>
              <a:tr h="9056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7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주차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난이도</a:t>
                      </a:r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/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밸런스 조정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게임 난이도 및 밸런스 조정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76827"/>
                  </a:ext>
                </a:extLst>
              </a:tr>
              <a:tr h="8777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8</a:t>
                      </a:r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주차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총 점검 및 보완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보완 및 총 점검</a:t>
                      </a:r>
                      <a:r>
                        <a:rPr lang="en-US" altLang="ko-KR" b="1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</a:t>
                      </a:r>
                      <a:r>
                        <a:rPr lang="en-US" altLang="ko-KR" b="1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ko-KR" altLang="en-US" b="1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최종 발표 준비</a:t>
                      </a:r>
                      <a:endParaRPr lang="ko-KR" altLang="en-US" b="1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046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80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0875" y="229393"/>
            <a:ext cx="7363646" cy="1147583"/>
          </a:xfrm>
        </p:spPr>
        <p:txBody>
          <a:bodyPr/>
          <a:lstStyle/>
          <a:p>
            <a:r>
              <a:rPr lang="en-US" dirty="0" smtClean="0"/>
              <a:t>- Self assessment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2DGP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2016180031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42041-FF2F-430B-AD32-D8E9A72EA7BB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939772"/>
              </p:ext>
            </p:extLst>
          </p:nvPr>
        </p:nvGraphicFramePr>
        <p:xfrm>
          <a:off x="628650" y="1196752"/>
          <a:ext cx="7886700" cy="5040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9294">
                  <a:extLst>
                    <a:ext uri="{9D8B030D-6E8A-4147-A177-3AD203B41FA5}">
                      <a16:colId xmlns:a16="http://schemas.microsoft.com/office/drawing/2014/main" val="3265702561"/>
                    </a:ext>
                  </a:extLst>
                </a:gridCol>
                <a:gridCol w="4447406">
                  <a:extLst>
                    <a:ext uri="{9D8B030D-6E8A-4147-A177-3AD203B41FA5}">
                      <a16:colId xmlns:a16="http://schemas.microsoft.com/office/drawing/2014/main" val="37646171"/>
                    </a:ext>
                  </a:extLst>
                </a:gridCol>
              </a:tblGrid>
              <a:tr h="8400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평가 항목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평가</a:t>
                      </a:r>
                      <a:endParaRPr lang="en-US" altLang="ko-KR" sz="1600" dirty="0" smtClean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(A:</a:t>
                      </a: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매우 잘함</a:t>
                      </a:r>
                      <a:r>
                        <a:rPr lang="en-US" altLang="ko-KR" sz="1600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B:</a:t>
                      </a: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잘함</a:t>
                      </a:r>
                      <a:r>
                        <a:rPr lang="en-US" altLang="ko-KR" sz="1600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,C:</a:t>
                      </a: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보통</a:t>
                      </a:r>
                      <a:r>
                        <a:rPr lang="en-US" altLang="ko-KR" sz="1600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,D:</a:t>
                      </a: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못함</a:t>
                      </a:r>
                      <a:r>
                        <a:rPr lang="en-US" altLang="ko-KR" sz="1600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,E:</a:t>
                      </a:r>
                      <a:r>
                        <a:rPr lang="ko-KR" altLang="en-US" sz="1600" baseline="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매우 못함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206961"/>
                  </a:ext>
                </a:extLst>
              </a:tr>
              <a:tr h="840093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게임 컨셉이 잘 표현 되었는가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?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A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914075"/>
                  </a:ext>
                </a:extLst>
              </a:tr>
              <a:tr h="840093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게임 핵심 메카닉의 제시가 잘 되었는가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?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8321039"/>
                  </a:ext>
                </a:extLst>
              </a:tr>
              <a:tr h="840093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게임 실행 흐름이 잘 표현 되었는가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?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A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375615"/>
                  </a:ext>
                </a:extLst>
              </a:tr>
              <a:tr h="840093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개발 범위가 구체적이며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측정 가능한가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?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532027"/>
                  </a:ext>
                </a:extLst>
              </a:tr>
              <a:tr h="840093"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개발 계획이 구체적이며 실현 가능한가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?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8612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56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222A35"/>
                </a:solidFill>
              </a:rPr>
              <a:t>T</a:t>
            </a:r>
            <a:r>
              <a:rPr lang="en-US" dirty="0" smtClean="0"/>
              <a:t>hank        </a:t>
            </a:r>
            <a:r>
              <a:rPr lang="en-US" dirty="0" smtClean="0">
                <a:solidFill>
                  <a:srgbClr val="222A35"/>
                </a:solidFill>
              </a:rPr>
              <a:t>Y</a:t>
            </a:r>
            <a:r>
              <a:rPr lang="en-US" dirty="0" smtClean="0"/>
              <a:t>ou!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2051720" y="2460130"/>
            <a:ext cx="968870" cy="968870"/>
            <a:chOff x="1382807" y="174388"/>
            <a:chExt cx="3025589" cy="3025588"/>
          </a:xfrm>
        </p:grpSpPr>
        <p:sp>
          <p:nvSpPr>
            <p:cNvPr id="8" name="Rectangle 7"/>
            <p:cNvSpPr/>
            <p:nvPr/>
          </p:nvSpPr>
          <p:spPr>
            <a:xfrm>
              <a:off x="1382807" y="174388"/>
              <a:ext cx="3025588" cy="3025588"/>
            </a:xfrm>
            <a:prstGeom prst="rect">
              <a:avLst/>
            </a:prstGeom>
            <a:solidFill>
              <a:srgbClr val="16A08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en-US" sz="1350" kern="0">
                <a:solidFill>
                  <a:prstClr val="white"/>
                </a:solidFill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2163311" y="784634"/>
              <a:ext cx="1468794" cy="1928720"/>
            </a:xfrm>
            <a:custGeom>
              <a:avLst/>
              <a:gdLst/>
              <a:ahLst/>
              <a:cxnLst/>
              <a:rect l="l" t="t" r="r" b="b"/>
              <a:pathLst>
                <a:path w="1468794" h="1928720">
                  <a:moveTo>
                    <a:pt x="57861" y="0"/>
                  </a:moveTo>
                  <a:lnTo>
                    <a:pt x="1410932" y="0"/>
                  </a:lnTo>
                  <a:cubicBezTo>
                    <a:pt x="1419834" y="0"/>
                    <a:pt x="1427994" y="2720"/>
                    <a:pt x="1435412" y="8160"/>
                  </a:cubicBezTo>
                  <a:cubicBezTo>
                    <a:pt x="1442830" y="13600"/>
                    <a:pt x="1449012" y="22501"/>
                    <a:pt x="1453957" y="34865"/>
                  </a:cubicBezTo>
                  <a:cubicBezTo>
                    <a:pt x="1458903" y="47229"/>
                    <a:pt x="1462612" y="63796"/>
                    <a:pt x="1465085" y="84567"/>
                  </a:cubicBezTo>
                  <a:cubicBezTo>
                    <a:pt x="1467558" y="105338"/>
                    <a:pt x="1468794" y="130559"/>
                    <a:pt x="1468794" y="160232"/>
                  </a:cubicBezTo>
                  <a:cubicBezTo>
                    <a:pt x="1468794" y="188915"/>
                    <a:pt x="1467558" y="213395"/>
                    <a:pt x="1465085" y="233672"/>
                  </a:cubicBezTo>
                  <a:cubicBezTo>
                    <a:pt x="1462612" y="253948"/>
                    <a:pt x="1458903" y="270268"/>
                    <a:pt x="1453957" y="282631"/>
                  </a:cubicBezTo>
                  <a:cubicBezTo>
                    <a:pt x="1449012" y="294995"/>
                    <a:pt x="1442830" y="304144"/>
                    <a:pt x="1435412" y="310079"/>
                  </a:cubicBezTo>
                  <a:cubicBezTo>
                    <a:pt x="1427994" y="316013"/>
                    <a:pt x="1419834" y="318980"/>
                    <a:pt x="1410932" y="318980"/>
                  </a:cubicBezTo>
                  <a:lnTo>
                    <a:pt x="930236" y="318980"/>
                  </a:lnTo>
                  <a:lnTo>
                    <a:pt x="930236" y="1866407"/>
                  </a:lnTo>
                  <a:cubicBezTo>
                    <a:pt x="930236" y="1876298"/>
                    <a:pt x="927021" y="1885200"/>
                    <a:pt x="920592" y="1893112"/>
                  </a:cubicBezTo>
                  <a:cubicBezTo>
                    <a:pt x="914163" y="1901025"/>
                    <a:pt x="903531" y="1907454"/>
                    <a:pt x="888694" y="1912400"/>
                  </a:cubicBezTo>
                  <a:cubicBezTo>
                    <a:pt x="873858" y="1917345"/>
                    <a:pt x="853829" y="1921301"/>
                    <a:pt x="828607" y="1924269"/>
                  </a:cubicBezTo>
                  <a:cubicBezTo>
                    <a:pt x="803386" y="1927236"/>
                    <a:pt x="771982" y="1928720"/>
                    <a:pt x="734397" y="1928720"/>
                  </a:cubicBezTo>
                  <a:cubicBezTo>
                    <a:pt x="696811" y="1928720"/>
                    <a:pt x="665408" y="1927236"/>
                    <a:pt x="640186" y="1924269"/>
                  </a:cubicBezTo>
                  <a:cubicBezTo>
                    <a:pt x="614964" y="1921301"/>
                    <a:pt x="594935" y="1917345"/>
                    <a:pt x="580099" y="1912400"/>
                  </a:cubicBezTo>
                  <a:cubicBezTo>
                    <a:pt x="565263" y="1907454"/>
                    <a:pt x="554630" y="1901025"/>
                    <a:pt x="548201" y="1893112"/>
                  </a:cubicBezTo>
                  <a:cubicBezTo>
                    <a:pt x="541772" y="1885200"/>
                    <a:pt x="538558" y="1876298"/>
                    <a:pt x="538558" y="1866407"/>
                  </a:cubicBezTo>
                  <a:lnTo>
                    <a:pt x="538558" y="318980"/>
                  </a:lnTo>
                  <a:lnTo>
                    <a:pt x="57861" y="318980"/>
                  </a:lnTo>
                  <a:cubicBezTo>
                    <a:pt x="47970" y="318980"/>
                    <a:pt x="39563" y="316013"/>
                    <a:pt x="32640" y="310079"/>
                  </a:cubicBezTo>
                  <a:cubicBezTo>
                    <a:pt x="25716" y="304144"/>
                    <a:pt x="19781" y="294995"/>
                    <a:pt x="14836" y="282631"/>
                  </a:cubicBezTo>
                  <a:cubicBezTo>
                    <a:pt x="9891" y="270268"/>
                    <a:pt x="6181" y="253948"/>
                    <a:pt x="3709" y="233672"/>
                  </a:cubicBezTo>
                  <a:cubicBezTo>
                    <a:pt x="1236" y="213395"/>
                    <a:pt x="0" y="188915"/>
                    <a:pt x="0" y="160232"/>
                  </a:cubicBezTo>
                  <a:cubicBezTo>
                    <a:pt x="0" y="130559"/>
                    <a:pt x="1236" y="105338"/>
                    <a:pt x="3709" y="84567"/>
                  </a:cubicBezTo>
                  <a:cubicBezTo>
                    <a:pt x="6181" y="63796"/>
                    <a:pt x="9891" y="47229"/>
                    <a:pt x="14836" y="34865"/>
                  </a:cubicBezTo>
                  <a:cubicBezTo>
                    <a:pt x="19781" y="22501"/>
                    <a:pt x="25716" y="13600"/>
                    <a:pt x="32640" y="8160"/>
                  </a:cubicBezTo>
                  <a:cubicBezTo>
                    <a:pt x="39563" y="2720"/>
                    <a:pt x="47970" y="0"/>
                    <a:pt x="57861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 defTabSz="685800">
                <a:defRPr/>
              </a:pPr>
              <a:endParaRPr lang="en-US" sz="1350" kern="0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98867" y="802692"/>
              <a:ext cx="2209529" cy="2397284"/>
            </a:xfrm>
            <a:custGeom>
              <a:avLst/>
              <a:gdLst>
                <a:gd name="connsiteX0" fmla="*/ 0 w 2209529"/>
                <a:gd name="connsiteY0" fmla="*/ 293050 h 2397284"/>
                <a:gd name="connsiteX1" fmla="*/ 22306 w 2209529"/>
                <a:gd name="connsiteY1" fmla="*/ 300922 h 2397284"/>
                <a:gd name="connsiteX2" fmla="*/ 503003 w 2209529"/>
                <a:gd name="connsiteY2" fmla="*/ 300922 h 2397284"/>
                <a:gd name="connsiteX3" fmla="*/ 503003 w 2209529"/>
                <a:gd name="connsiteY3" fmla="*/ 729388 h 2397284"/>
                <a:gd name="connsiteX4" fmla="*/ 1406731 w 2209529"/>
                <a:gd name="connsiteY4" fmla="*/ 0 h 2397284"/>
                <a:gd name="connsiteX5" fmla="*/ 2209529 w 2209529"/>
                <a:gd name="connsiteY5" fmla="*/ 696401 h 2397284"/>
                <a:gd name="connsiteX6" fmla="*/ 2209529 w 2209529"/>
                <a:gd name="connsiteY6" fmla="*/ 2397284 h 2397284"/>
                <a:gd name="connsiteX7" fmla="*/ 1115822 w 2209529"/>
                <a:gd name="connsiteY7" fmla="*/ 2397284 h 2397284"/>
                <a:gd name="connsiteX8" fmla="*/ 516470 w 2209529"/>
                <a:gd name="connsiteY8" fmla="*/ 1877366 h 2397284"/>
                <a:gd name="connsiteX9" fmla="*/ 544544 w 2209529"/>
                <a:gd name="connsiteY9" fmla="*/ 1894342 h 2397284"/>
                <a:gd name="connsiteX10" fmla="*/ 604631 w 2209529"/>
                <a:gd name="connsiteY10" fmla="*/ 1906211 h 2397284"/>
                <a:gd name="connsiteX11" fmla="*/ 698842 w 2209529"/>
                <a:gd name="connsiteY11" fmla="*/ 1910662 h 2397284"/>
                <a:gd name="connsiteX12" fmla="*/ 793052 w 2209529"/>
                <a:gd name="connsiteY12" fmla="*/ 1906211 h 2397284"/>
                <a:gd name="connsiteX13" fmla="*/ 853139 w 2209529"/>
                <a:gd name="connsiteY13" fmla="*/ 1894342 h 2397284"/>
                <a:gd name="connsiteX14" fmla="*/ 885037 w 2209529"/>
                <a:gd name="connsiteY14" fmla="*/ 1875054 h 2397284"/>
                <a:gd name="connsiteX15" fmla="*/ 894681 w 2209529"/>
                <a:gd name="connsiteY15" fmla="*/ 1848349 h 2397284"/>
                <a:gd name="connsiteX16" fmla="*/ 894681 w 2209529"/>
                <a:gd name="connsiteY16" fmla="*/ 300922 h 2397284"/>
                <a:gd name="connsiteX17" fmla="*/ 1375377 w 2209529"/>
                <a:gd name="connsiteY17" fmla="*/ 300922 h 2397284"/>
                <a:gd name="connsiteX18" fmla="*/ 1399857 w 2209529"/>
                <a:gd name="connsiteY18" fmla="*/ 292021 h 2397284"/>
                <a:gd name="connsiteX19" fmla="*/ 1418402 w 2209529"/>
                <a:gd name="connsiteY19" fmla="*/ 264573 h 2397284"/>
                <a:gd name="connsiteX20" fmla="*/ 1429530 w 2209529"/>
                <a:gd name="connsiteY20" fmla="*/ 215614 h 2397284"/>
                <a:gd name="connsiteX21" fmla="*/ 1433239 w 2209529"/>
                <a:gd name="connsiteY21" fmla="*/ 142174 h 2397284"/>
                <a:gd name="connsiteX22" fmla="*/ 1429530 w 2209529"/>
                <a:gd name="connsiteY22" fmla="*/ 66509 h 2397284"/>
                <a:gd name="connsiteX23" fmla="*/ 1418402 w 2209529"/>
                <a:gd name="connsiteY23" fmla="*/ 16807 h 239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09529" h="2397284">
                  <a:moveTo>
                    <a:pt x="0" y="293050"/>
                  </a:moveTo>
                  <a:lnTo>
                    <a:pt x="22306" y="300922"/>
                  </a:lnTo>
                  <a:lnTo>
                    <a:pt x="503003" y="300922"/>
                  </a:lnTo>
                  <a:lnTo>
                    <a:pt x="503003" y="729388"/>
                  </a:lnTo>
                  <a:close/>
                  <a:moveTo>
                    <a:pt x="1406731" y="0"/>
                  </a:moveTo>
                  <a:lnTo>
                    <a:pt x="2209529" y="696401"/>
                  </a:lnTo>
                  <a:lnTo>
                    <a:pt x="2209529" y="2397284"/>
                  </a:lnTo>
                  <a:lnTo>
                    <a:pt x="1115822" y="2397284"/>
                  </a:lnTo>
                  <a:lnTo>
                    <a:pt x="516470" y="1877366"/>
                  </a:lnTo>
                  <a:lnTo>
                    <a:pt x="544544" y="1894342"/>
                  </a:lnTo>
                  <a:cubicBezTo>
                    <a:pt x="559380" y="1899287"/>
                    <a:pt x="579409" y="1903243"/>
                    <a:pt x="604631" y="1906211"/>
                  </a:cubicBezTo>
                  <a:cubicBezTo>
                    <a:pt x="629853" y="1909178"/>
                    <a:pt x="661256" y="1910662"/>
                    <a:pt x="698842" y="1910662"/>
                  </a:cubicBezTo>
                  <a:cubicBezTo>
                    <a:pt x="736427" y="1910662"/>
                    <a:pt x="767831" y="1909178"/>
                    <a:pt x="793052" y="1906211"/>
                  </a:cubicBezTo>
                  <a:cubicBezTo>
                    <a:pt x="818274" y="1903243"/>
                    <a:pt x="838303" y="1899287"/>
                    <a:pt x="853139" y="1894342"/>
                  </a:cubicBezTo>
                  <a:cubicBezTo>
                    <a:pt x="867976" y="1889396"/>
                    <a:pt x="878608" y="1882967"/>
                    <a:pt x="885037" y="1875054"/>
                  </a:cubicBezTo>
                  <a:cubicBezTo>
                    <a:pt x="891466" y="1867142"/>
                    <a:pt x="894681" y="1858240"/>
                    <a:pt x="894681" y="1848349"/>
                  </a:cubicBezTo>
                  <a:lnTo>
                    <a:pt x="894681" y="300922"/>
                  </a:lnTo>
                  <a:lnTo>
                    <a:pt x="1375377" y="300922"/>
                  </a:lnTo>
                  <a:cubicBezTo>
                    <a:pt x="1384279" y="300922"/>
                    <a:pt x="1392439" y="297955"/>
                    <a:pt x="1399857" y="292021"/>
                  </a:cubicBezTo>
                  <a:cubicBezTo>
                    <a:pt x="1407275" y="286086"/>
                    <a:pt x="1413457" y="276937"/>
                    <a:pt x="1418402" y="264573"/>
                  </a:cubicBezTo>
                  <a:cubicBezTo>
                    <a:pt x="1423348" y="252210"/>
                    <a:pt x="1427057" y="235890"/>
                    <a:pt x="1429530" y="215614"/>
                  </a:cubicBezTo>
                  <a:cubicBezTo>
                    <a:pt x="1432003" y="195337"/>
                    <a:pt x="1433239" y="170857"/>
                    <a:pt x="1433239" y="142174"/>
                  </a:cubicBezTo>
                  <a:cubicBezTo>
                    <a:pt x="1433239" y="112501"/>
                    <a:pt x="1432003" y="87280"/>
                    <a:pt x="1429530" y="66509"/>
                  </a:cubicBezTo>
                  <a:cubicBezTo>
                    <a:pt x="1427057" y="45738"/>
                    <a:pt x="1423348" y="29171"/>
                    <a:pt x="1418402" y="1680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685800">
                <a:defRPr/>
              </a:pPr>
              <a:endParaRPr lang="en-US" sz="1350" kern="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Group 10"/>
          <p:cNvGrpSpPr>
            <a:grpSpLocks noChangeAspect="1"/>
          </p:cNvGrpSpPr>
          <p:nvPr/>
        </p:nvGrpSpPr>
        <p:grpSpPr>
          <a:xfrm>
            <a:off x="4427984" y="2460130"/>
            <a:ext cx="968870" cy="968870"/>
            <a:chOff x="1382807" y="174388"/>
            <a:chExt cx="3025589" cy="3025588"/>
          </a:xfrm>
        </p:grpSpPr>
        <p:sp>
          <p:nvSpPr>
            <p:cNvPr id="12" name="Rectangle 11"/>
            <p:cNvSpPr/>
            <p:nvPr/>
          </p:nvSpPr>
          <p:spPr>
            <a:xfrm>
              <a:off x="1382807" y="174388"/>
              <a:ext cx="3025588" cy="3025588"/>
            </a:xfrm>
            <a:prstGeom prst="rect">
              <a:avLst/>
            </a:prstGeom>
            <a:solidFill>
              <a:srgbClr val="C0392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en-US" sz="1350" kern="0">
                <a:solidFill>
                  <a:prstClr val="white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40121" y="810818"/>
              <a:ext cx="1868275" cy="2389158"/>
            </a:xfrm>
            <a:custGeom>
              <a:avLst/>
              <a:gdLst>
                <a:gd name="connsiteX0" fmla="*/ 0 w 1868275"/>
                <a:gd name="connsiteY0" fmla="*/ 1718 h 2389158"/>
                <a:gd name="connsiteX1" fmla="*/ 506810 w 1868275"/>
                <a:gd name="connsiteY1" fmla="*/ 441359 h 2389158"/>
                <a:gd name="connsiteX2" fmla="*/ 476232 w 1868275"/>
                <a:gd name="connsiteY2" fmla="*/ 509406 h 2389158"/>
                <a:gd name="connsiteX3" fmla="*/ 418370 w 1868275"/>
                <a:gd name="connsiteY3" fmla="*/ 653319 h 2389158"/>
                <a:gd name="connsiteX4" fmla="*/ 360509 w 1868275"/>
                <a:gd name="connsiteY4" fmla="*/ 809100 h 2389158"/>
                <a:gd name="connsiteX5" fmla="*/ 357541 w 1868275"/>
                <a:gd name="connsiteY5" fmla="*/ 809100 h 2389158"/>
                <a:gd name="connsiteX6" fmla="*/ 295971 w 1868275"/>
                <a:gd name="connsiteY6" fmla="*/ 650351 h 2389158"/>
                <a:gd name="connsiteX7" fmla="*/ 234400 w 1868275"/>
                <a:gd name="connsiteY7" fmla="*/ 506439 h 2389158"/>
                <a:gd name="connsiteX8" fmla="*/ 20757 w 1868275"/>
                <a:gd name="connsiteY8" fmla="*/ 34645 h 2389158"/>
                <a:gd name="connsiteX9" fmla="*/ 1103694 w 1868275"/>
                <a:gd name="connsiteY9" fmla="*/ 0 h 2389158"/>
                <a:gd name="connsiteX10" fmla="*/ 1868275 w 1868275"/>
                <a:gd name="connsiteY10" fmla="*/ 663249 h 2389158"/>
                <a:gd name="connsiteX11" fmla="*/ 1868275 w 1868275"/>
                <a:gd name="connsiteY11" fmla="*/ 2389158 h 2389158"/>
                <a:gd name="connsiteX12" fmla="*/ 768108 w 1868275"/>
                <a:gd name="connsiteY12" fmla="*/ 2389158 h 2389158"/>
                <a:gd name="connsiteX13" fmla="*/ 176188 w 1868275"/>
                <a:gd name="connsiteY13" fmla="*/ 1875688 h 2389158"/>
                <a:gd name="connsiteX14" fmla="*/ 193600 w 1868275"/>
                <a:gd name="connsiteY14" fmla="*/ 1886216 h 2389158"/>
                <a:gd name="connsiteX15" fmla="*/ 253687 w 1868275"/>
                <a:gd name="connsiteY15" fmla="*/ 1898085 h 2389158"/>
                <a:gd name="connsiteX16" fmla="*/ 348639 w 1868275"/>
                <a:gd name="connsiteY16" fmla="*/ 1902536 h 2389158"/>
                <a:gd name="connsiteX17" fmla="*/ 442850 w 1868275"/>
                <a:gd name="connsiteY17" fmla="*/ 1898085 h 2389158"/>
                <a:gd name="connsiteX18" fmla="*/ 502937 w 1868275"/>
                <a:gd name="connsiteY18" fmla="*/ 1886216 h 2389158"/>
                <a:gd name="connsiteX19" fmla="*/ 534835 w 1868275"/>
                <a:gd name="connsiteY19" fmla="*/ 1866928 h 2389158"/>
                <a:gd name="connsiteX20" fmla="*/ 544479 w 1868275"/>
                <a:gd name="connsiteY20" fmla="*/ 1840223 h 2389158"/>
                <a:gd name="connsiteX21" fmla="*/ 544479 w 1868275"/>
                <a:gd name="connsiteY21" fmla="*/ 1165171 h 2389158"/>
                <a:gd name="connsiteX22" fmla="*/ 1069684 w 1868275"/>
                <a:gd name="connsiteY22" fmla="*/ 119212 h 2389158"/>
                <a:gd name="connsiteX23" fmla="*/ 1105291 w 1868275"/>
                <a:gd name="connsiteY23" fmla="*/ 34645 h 2389158"/>
                <a:gd name="connsiteX24" fmla="*/ 1107702 w 1868275"/>
                <a:gd name="connsiteY24" fmla="*/ 7383 h 2389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68275" h="2389158">
                  <a:moveTo>
                    <a:pt x="0" y="1718"/>
                  </a:moveTo>
                  <a:lnTo>
                    <a:pt x="506810" y="441359"/>
                  </a:lnTo>
                  <a:lnTo>
                    <a:pt x="476232" y="509406"/>
                  </a:lnTo>
                  <a:cubicBezTo>
                    <a:pt x="457439" y="554904"/>
                    <a:pt x="438152" y="602875"/>
                    <a:pt x="418370" y="653319"/>
                  </a:cubicBezTo>
                  <a:cubicBezTo>
                    <a:pt x="398588" y="703762"/>
                    <a:pt x="379301" y="755689"/>
                    <a:pt x="360509" y="809100"/>
                  </a:cubicBezTo>
                  <a:lnTo>
                    <a:pt x="357541" y="809100"/>
                  </a:lnTo>
                  <a:cubicBezTo>
                    <a:pt x="336770" y="753711"/>
                    <a:pt x="316247" y="700795"/>
                    <a:pt x="295971" y="650351"/>
                  </a:cubicBezTo>
                  <a:cubicBezTo>
                    <a:pt x="275694" y="599908"/>
                    <a:pt x="255171" y="551937"/>
                    <a:pt x="234400" y="506439"/>
                  </a:cubicBezTo>
                  <a:lnTo>
                    <a:pt x="20757" y="34645"/>
                  </a:lnTo>
                  <a:close/>
                  <a:moveTo>
                    <a:pt x="1103694" y="0"/>
                  </a:moveTo>
                  <a:lnTo>
                    <a:pt x="1868275" y="663249"/>
                  </a:lnTo>
                  <a:lnTo>
                    <a:pt x="1868275" y="2389158"/>
                  </a:lnTo>
                  <a:lnTo>
                    <a:pt x="768108" y="2389158"/>
                  </a:lnTo>
                  <a:lnTo>
                    <a:pt x="176188" y="1875688"/>
                  </a:lnTo>
                  <a:lnTo>
                    <a:pt x="193600" y="1886216"/>
                  </a:lnTo>
                  <a:cubicBezTo>
                    <a:pt x="208931" y="1891161"/>
                    <a:pt x="228960" y="1895117"/>
                    <a:pt x="253687" y="1898085"/>
                  </a:cubicBezTo>
                  <a:cubicBezTo>
                    <a:pt x="278414" y="1901052"/>
                    <a:pt x="310065" y="1902536"/>
                    <a:pt x="348639" y="1902536"/>
                  </a:cubicBezTo>
                  <a:cubicBezTo>
                    <a:pt x="386225" y="1902536"/>
                    <a:pt x="417628" y="1901052"/>
                    <a:pt x="442850" y="1898085"/>
                  </a:cubicBezTo>
                  <a:cubicBezTo>
                    <a:pt x="468072" y="1895117"/>
                    <a:pt x="488101" y="1891161"/>
                    <a:pt x="502937" y="1886216"/>
                  </a:cubicBezTo>
                  <a:cubicBezTo>
                    <a:pt x="517773" y="1881270"/>
                    <a:pt x="528406" y="1874841"/>
                    <a:pt x="534835" y="1866928"/>
                  </a:cubicBezTo>
                  <a:cubicBezTo>
                    <a:pt x="541264" y="1859016"/>
                    <a:pt x="544479" y="1850114"/>
                    <a:pt x="544479" y="1840223"/>
                  </a:cubicBezTo>
                  <a:lnTo>
                    <a:pt x="544479" y="1165171"/>
                  </a:lnTo>
                  <a:lnTo>
                    <a:pt x="1069684" y="119212"/>
                  </a:lnTo>
                  <a:cubicBezTo>
                    <a:pt x="1087488" y="83604"/>
                    <a:pt x="1099357" y="55416"/>
                    <a:pt x="1105291" y="34645"/>
                  </a:cubicBezTo>
                  <a:cubicBezTo>
                    <a:pt x="1108259" y="24260"/>
                    <a:pt x="1109062" y="15172"/>
                    <a:pt x="1107702" y="7383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685800">
                <a:defRPr/>
              </a:pPr>
              <a:endParaRPr lang="en-US" sz="1350" kern="0" dirty="0">
                <a:solidFill>
                  <a:prstClr val="white"/>
                </a:solidFill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2128726" y="775732"/>
              <a:ext cx="1519738" cy="1937622"/>
            </a:xfrm>
            <a:custGeom>
              <a:avLst/>
              <a:gdLst/>
              <a:ahLst/>
              <a:cxnLst/>
              <a:rect l="l" t="t" r="r" b="b"/>
              <a:pathLst>
                <a:path w="1519738" h="1937622">
                  <a:moveTo>
                    <a:pt x="202189" y="0"/>
                  </a:moveTo>
                  <a:cubicBezTo>
                    <a:pt x="247688" y="0"/>
                    <a:pt x="284036" y="989"/>
                    <a:pt x="311236" y="2967"/>
                  </a:cubicBezTo>
                  <a:cubicBezTo>
                    <a:pt x="338436" y="4946"/>
                    <a:pt x="359949" y="8655"/>
                    <a:pt x="375774" y="14095"/>
                  </a:cubicBezTo>
                  <a:cubicBezTo>
                    <a:pt x="391600" y="19534"/>
                    <a:pt x="403221" y="26705"/>
                    <a:pt x="410640" y="35607"/>
                  </a:cubicBezTo>
                  <a:cubicBezTo>
                    <a:pt x="418058" y="44509"/>
                    <a:pt x="425229" y="55883"/>
                    <a:pt x="432152" y="69731"/>
                  </a:cubicBezTo>
                  <a:lnTo>
                    <a:pt x="645795" y="541525"/>
                  </a:lnTo>
                  <a:cubicBezTo>
                    <a:pt x="666566" y="587023"/>
                    <a:pt x="687089" y="634994"/>
                    <a:pt x="707366" y="685437"/>
                  </a:cubicBezTo>
                  <a:cubicBezTo>
                    <a:pt x="727642" y="735881"/>
                    <a:pt x="748165" y="788797"/>
                    <a:pt x="768936" y="844186"/>
                  </a:cubicBezTo>
                  <a:lnTo>
                    <a:pt x="771904" y="844186"/>
                  </a:lnTo>
                  <a:cubicBezTo>
                    <a:pt x="790696" y="790775"/>
                    <a:pt x="809983" y="738848"/>
                    <a:pt x="829765" y="688405"/>
                  </a:cubicBezTo>
                  <a:cubicBezTo>
                    <a:pt x="849547" y="637961"/>
                    <a:pt x="868834" y="589990"/>
                    <a:pt x="887627" y="544492"/>
                  </a:cubicBezTo>
                  <a:lnTo>
                    <a:pt x="1098302" y="75665"/>
                  </a:lnTo>
                  <a:cubicBezTo>
                    <a:pt x="1103248" y="59840"/>
                    <a:pt x="1109430" y="47229"/>
                    <a:pt x="1116848" y="37833"/>
                  </a:cubicBezTo>
                  <a:cubicBezTo>
                    <a:pt x="1124266" y="28436"/>
                    <a:pt x="1135393" y="20771"/>
                    <a:pt x="1150229" y="14836"/>
                  </a:cubicBezTo>
                  <a:cubicBezTo>
                    <a:pt x="1165066" y="8902"/>
                    <a:pt x="1185342" y="4946"/>
                    <a:pt x="1211058" y="2967"/>
                  </a:cubicBezTo>
                  <a:cubicBezTo>
                    <a:pt x="1236774" y="989"/>
                    <a:pt x="1270898" y="0"/>
                    <a:pt x="1313429" y="0"/>
                  </a:cubicBezTo>
                  <a:cubicBezTo>
                    <a:pt x="1369807" y="0"/>
                    <a:pt x="1413574" y="1236"/>
                    <a:pt x="1444730" y="3709"/>
                  </a:cubicBezTo>
                  <a:cubicBezTo>
                    <a:pt x="1475886" y="6182"/>
                    <a:pt x="1497152" y="12611"/>
                    <a:pt x="1508526" y="22996"/>
                  </a:cubicBezTo>
                  <a:cubicBezTo>
                    <a:pt x="1519901" y="33382"/>
                    <a:pt x="1522621" y="48960"/>
                    <a:pt x="1516686" y="69731"/>
                  </a:cubicBezTo>
                  <a:cubicBezTo>
                    <a:pt x="1510752" y="90502"/>
                    <a:pt x="1498883" y="118690"/>
                    <a:pt x="1481079" y="154298"/>
                  </a:cubicBezTo>
                  <a:lnTo>
                    <a:pt x="955874" y="1200257"/>
                  </a:lnTo>
                  <a:lnTo>
                    <a:pt x="955874" y="1875309"/>
                  </a:lnTo>
                  <a:cubicBezTo>
                    <a:pt x="955874" y="1885200"/>
                    <a:pt x="952659" y="1894102"/>
                    <a:pt x="946230" y="1902014"/>
                  </a:cubicBezTo>
                  <a:cubicBezTo>
                    <a:pt x="939801" y="1909927"/>
                    <a:pt x="929168" y="1916356"/>
                    <a:pt x="914332" y="1921302"/>
                  </a:cubicBezTo>
                  <a:cubicBezTo>
                    <a:pt x="899496" y="1926247"/>
                    <a:pt x="879467" y="1930203"/>
                    <a:pt x="854245" y="1933171"/>
                  </a:cubicBezTo>
                  <a:cubicBezTo>
                    <a:pt x="829023" y="1936138"/>
                    <a:pt x="797620" y="1937622"/>
                    <a:pt x="760034" y="1937622"/>
                  </a:cubicBezTo>
                  <a:cubicBezTo>
                    <a:pt x="721460" y="1937622"/>
                    <a:pt x="689809" y="1936138"/>
                    <a:pt x="665082" y="1933171"/>
                  </a:cubicBezTo>
                  <a:cubicBezTo>
                    <a:pt x="640355" y="1930203"/>
                    <a:pt x="620326" y="1926247"/>
                    <a:pt x="604995" y="1921302"/>
                  </a:cubicBezTo>
                  <a:cubicBezTo>
                    <a:pt x="589664" y="1916356"/>
                    <a:pt x="579032" y="1909927"/>
                    <a:pt x="573097" y="1902014"/>
                  </a:cubicBezTo>
                  <a:cubicBezTo>
                    <a:pt x="567163" y="1894102"/>
                    <a:pt x="564195" y="1885200"/>
                    <a:pt x="564195" y="1875309"/>
                  </a:cubicBezTo>
                  <a:lnTo>
                    <a:pt x="564195" y="1200257"/>
                  </a:lnTo>
                  <a:lnTo>
                    <a:pt x="38990" y="154298"/>
                  </a:lnTo>
                  <a:cubicBezTo>
                    <a:pt x="20198" y="117701"/>
                    <a:pt x="8081" y="89265"/>
                    <a:pt x="2641" y="68989"/>
                  </a:cubicBezTo>
                  <a:cubicBezTo>
                    <a:pt x="-2799" y="48713"/>
                    <a:pt x="168" y="33382"/>
                    <a:pt x="11543" y="22996"/>
                  </a:cubicBezTo>
                  <a:cubicBezTo>
                    <a:pt x="22917" y="12611"/>
                    <a:pt x="43936" y="6182"/>
                    <a:pt x="74597" y="3709"/>
                  </a:cubicBezTo>
                  <a:cubicBezTo>
                    <a:pt x="105259" y="1236"/>
                    <a:pt x="147790" y="0"/>
                    <a:pt x="202189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 defTabSz="685800">
                <a:defRPr/>
              </a:pPr>
              <a:endParaRPr lang="en-US" sz="1350" kern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008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EGO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GO TEMPLATE PLAI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Blank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ADB9CA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54227</TotalTime>
  <Words>403</Words>
  <Application>Microsoft Office PowerPoint</Application>
  <PresentationFormat>화면 슬라이드 쇼(4:3)</PresentationFormat>
  <Paragraphs>116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9</vt:i4>
      </vt:variant>
    </vt:vector>
  </HeadingPairs>
  <TitlesOfParts>
    <vt:vector size="19" baseType="lpstr">
      <vt:lpstr>굴림</vt:lpstr>
      <vt:lpstr>맑은 고딕</vt:lpstr>
      <vt:lpstr>Arial</vt:lpstr>
      <vt:lpstr>Calibri</vt:lpstr>
      <vt:lpstr>Calibri Light</vt:lpstr>
      <vt:lpstr>Verdana</vt:lpstr>
      <vt:lpstr>LEGO TEMPLATE</vt:lpstr>
      <vt:lpstr>LEGO TEMPLATE PLAIN</vt:lpstr>
      <vt:lpstr>TITLES</vt:lpstr>
      <vt:lpstr>1_Blank</vt:lpstr>
      <vt:lpstr>2DGP 1차 발표</vt:lpstr>
      <vt:lpstr>- 목차</vt:lpstr>
      <vt:lpstr>- Game Concept</vt:lpstr>
      <vt:lpstr>- Execution Flow</vt:lpstr>
      <vt:lpstr> - Execution Flow</vt:lpstr>
      <vt:lpstr>- Develop Range</vt:lpstr>
      <vt:lpstr>- Develop Schedule</vt:lpstr>
      <vt:lpstr>- Self assessment</vt:lpstr>
      <vt:lpstr>Thank       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LEGO - Template for PowerPoint</dc:title>
  <dc:creator>showeet.com</dc:creator>
  <dc:description>© Copyright Showeet.com</dc:description>
  <cp:lastModifiedBy>Seokjun Yoon</cp:lastModifiedBy>
  <cp:revision>16</cp:revision>
  <dcterms:created xsi:type="dcterms:W3CDTF">2011-05-09T14:18:21Z</dcterms:created>
  <dcterms:modified xsi:type="dcterms:W3CDTF">2017-10-17T04:16:44Z</dcterms:modified>
  <cp:category>Templates</cp:category>
</cp:coreProperties>
</file>